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2" r:id="rId5"/>
    <p:sldId id="275" r:id="rId6"/>
    <p:sldId id="294" r:id="rId7"/>
    <p:sldId id="276" r:id="rId8"/>
    <p:sldId id="278" r:id="rId9"/>
    <p:sldId id="297" r:id="rId10"/>
    <p:sldId id="298" r:id="rId11"/>
    <p:sldId id="277" r:id="rId12"/>
    <p:sldId id="284" r:id="rId13"/>
    <p:sldId id="296" r:id="rId14"/>
    <p:sldId id="299" r:id="rId15"/>
    <p:sldId id="300" r:id="rId16"/>
    <p:sldId id="301" r:id="rId17"/>
    <p:sldId id="302" r:id="rId18"/>
    <p:sldId id="303" r:id="rId19"/>
    <p:sldId id="285" r:id="rId20"/>
    <p:sldId id="306" r:id="rId21"/>
    <p:sldId id="279" r:id="rId22"/>
    <p:sldId id="305" r:id="rId23"/>
    <p:sldId id="289" r:id="rId2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2E2512F-A4B8-4309-9D7A-EE07B0BCB336}">
          <p14:sldIdLst>
            <p14:sldId id="292"/>
            <p14:sldId id="275"/>
            <p14:sldId id="294"/>
          </p14:sldIdLst>
        </p14:section>
        <p14:section name="Введение" id="{05535466-03E2-4430-8AB8-674BB7BCE36F}">
          <p14:sldIdLst>
            <p14:sldId id="276"/>
            <p14:sldId id="278"/>
            <p14:sldId id="297"/>
            <p14:sldId id="298"/>
            <p14:sldId id="277"/>
            <p14:sldId id="284"/>
          </p14:sldIdLst>
        </p14:section>
        <p14:section name="Маркетинг" id="{C38BDFE9-4018-4E55-BA38-31C61E2B2933}">
          <p14:sldIdLst>
            <p14:sldId id="296"/>
            <p14:sldId id="299"/>
          </p14:sldIdLst>
        </p14:section>
        <p14:section name="Тех. проблемы" id="{0F5942BE-75B0-4809-B0DB-1C7C2655750A}">
          <p14:sldIdLst>
            <p14:sldId id="300"/>
          </p14:sldIdLst>
        </p14:section>
        <p14:section name="Финансы" id="{D578D959-21C5-4177-BE56-BB4935BD149C}">
          <p14:sldIdLst>
            <p14:sldId id="301"/>
            <p14:sldId id="302"/>
            <p14:sldId id="303"/>
            <p14:sldId id="285"/>
            <p14:sldId id="306"/>
          </p14:sldIdLst>
        </p14:section>
        <p14:section name="Лояльность" id="{413CB3CB-FE59-4785-83A3-5C8CC70D1F10}">
          <p14:sldIdLst>
            <p14:sldId id="279"/>
            <p14:sldId id="305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lava Gebel" initials="SG" lastIdx="2" clrIdx="0">
    <p:extLst>
      <p:ext uri="{19B8F6BF-5375-455C-9EA6-DF929625EA0E}">
        <p15:presenceInfo xmlns:p15="http://schemas.microsoft.com/office/powerpoint/2012/main" userId="59e4ce90529c3c5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4A6"/>
    <a:srgbClr val="8FAADC"/>
    <a:srgbClr val="FABE79"/>
    <a:srgbClr val="E7E6E6"/>
    <a:srgbClr val="A5A5A5"/>
    <a:srgbClr val="ED7D31"/>
    <a:srgbClr val="AEC1D8"/>
    <a:srgbClr val="F8F6F5"/>
    <a:srgbClr val="FDE9D2"/>
    <a:srgbClr val="4469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006" autoAdjust="0"/>
  </p:normalViewPr>
  <p:slideViewPr>
    <p:cSldViewPr snapToGrid="0" showGuides="1">
      <p:cViewPr varScale="1">
        <p:scale>
          <a:sx n="64" d="100"/>
          <a:sy n="64" d="100"/>
        </p:scale>
        <p:origin x="1794" y="6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9;&#1095;&#1077;&#1073;&#1072;%20&#1040;&#1085;&#1072;&#1083;&#1080;&#1090;&#1080;&#1082;%20&#1076;&#1072;&#1085;&#1085;&#1099;&#1093;\IV.SQL\&#1050;&#1091;&#1088;&#1089;&#1086;&#1074;&#1072;&#1103;%20SQL\&#1092;&#1072;&#1081;&#1083;&#1099;\&#1042;&#1086;&#1088;&#1082;&#1096;&#1086;&#1087;%200_2025-11-18T07_37_19.835736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9;&#1095;&#1077;&#1073;&#1072;%20&#1040;&#1085;&#1072;&#1083;&#1080;&#1090;&#1080;&#1082;%20&#1076;&#1072;&#1085;&#1085;&#1099;&#1093;\IV.SQL\&#1058;&#1077;&#1093;&#1085;&#1080;&#1095;&#1077;&#1089;&#1082;&#1086;&#1077;%20&#1079;&#1072;&#1076;&#1072;&#1085;&#1080;&#1077;%20SQL%201\&#1047;&#1072;&#1076;&#1072;&#1085;&#1080;&#1077;%201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3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5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494737745325712E-2"/>
          <c:y val="5.7662117617900202E-2"/>
          <c:w val="0.91501541206734205"/>
          <c:h val="0.86497449673176774"/>
        </c:manualLayout>
      </c:layout>
      <c:lineChart>
        <c:grouping val="standard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E2-4F05-B25C-884372118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7428008"/>
        <c:axId val="677427024"/>
      </c:lineChart>
      <c:dateAx>
        <c:axId val="677428008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7427024"/>
        <c:crosses val="autoZero"/>
        <c:auto val="1"/>
        <c:lblOffset val="100"/>
        <c:baseTimeUnit val="months"/>
      </c:dateAx>
      <c:valAx>
        <c:axId val="677427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7428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всех сессий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3.8391258312073434E-2"/>
                  <c:y val="-6.3039282381500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1B-4985-82D8-68C73F939888}"/>
                </c:ext>
              </c:extLst>
            </c:dLbl>
            <c:dLbl>
              <c:idx val="9"/>
              <c:layout>
                <c:manualLayout>
                  <c:x val="-2.2226517970147883E-2"/>
                  <c:y val="-3.6496426641921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91B-4985-82D8-68C73F9398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1B-4985-82D8-68C73F939888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сессий более 5мин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4.0411850854814059E-3"/>
                  <c:y val="1.99071418046842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1B-4985-82D8-68C73F939888}"/>
                </c:ext>
              </c:extLst>
            </c:dLbl>
            <c:dLbl>
              <c:idx val="9"/>
              <c:layout>
                <c:manualLayout>
                  <c:x val="-1.6164740341925624E-2"/>
                  <c:y val="-3.31785696744738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91B-4985-82D8-68C73F9398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1B-4985-82D8-68C73F939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9778336"/>
        <c:axId val="549785880"/>
      </c:lineChar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доля длинных сессий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8391258312073358E-2"/>
                  <c:y val="-4.64499975442633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91B-4985-82D8-68C73F939888}"/>
                </c:ext>
              </c:extLst>
            </c:dLbl>
            <c:dLbl>
              <c:idx val="9"/>
              <c:layout>
                <c:manualLayout>
                  <c:x val="-3.4350073226591955E-2"/>
                  <c:y val="4.31321405768158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1B-4985-82D8-68C73F939888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General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1B-4985-82D8-68C73F939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3651936"/>
        <c:axId val="773653248"/>
      </c:lineChart>
      <c:dateAx>
        <c:axId val="549778336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low"/>
        <c:spPr>
          <a:noFill/>
          <a:ln w="9525" cap="flat" cmpd="sng" algn="ctr">
            <a:gradFill flip="none" rotWithShape="1">
              <a:gsLst>
                <a:gs pos="0">
                  <a:schemeClr val="accent1">
                    <a:lumMod val="2000"/>
                    <a:lumOff val="98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785880"/>
        <c:crossesAt val="0"/>
        <c:auto val="1"/>
        <c:lblOffset val="100"/>
        <c:baseTimeUnit val="months"/>
      </c:dateAx>
      <c:valAx>
        <c:axId val="549785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778336"/>
        <c:crosses val="autoZero"/>
        <c:crossBetween val="between"/>
      </c:valAx>
      <c:valAx>
        <c:axId val="77365324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3651936"/>
        <c:crosses val="max"/>
        <c:crossBetween val="between"/>
      </c:valAx>
      <c:dateAx>
        <c:axId val="773651936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77365324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Доля сессий более 5мин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4.2980548763463189E-2"/>
                  <c:y val="5.7176413716374039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48F-4677-A35F-3AE2EFE81105}"/>
                </c:ext>
              </c:extLst>
            </c:dLbl>
            <c:dLbl>
              <c:idx val="5"/>
              <c:layout>
                <c:manualLayout>
                  <c:x val="-4.7278603639809465E-2"/>
                  <c:y val="5.0029362001827282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8F-4677-A35F-3AE2EFE81105}"/>
                </c:ext>
              </c:extLst>
            </c:dLbl>
            <c:dLbl>
              <c:idx val="9"/>
              <c:layout>
                <c:manualLayout>
                  <c:x val="-3.2235411572597364E-2"/>
                  <c:y val="4.6455836144553904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8F-4677-A35F-3AE2EFE81105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8F-4677-A35F-3AE2EFE81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2594144"/>
        <c:axId val="702601032"/>
      </c:lineChart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Средняя продолжительность сессии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8.5961097526926298E-3"/>
                  <c:y val="5.0029362001827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8F-4677-A35F-3AE2EFE81105}"/>
                </c:ext>
              </c:extLst>
            </c:dLbl>
            <c:dLbl>
              <c:idx val="5"/>
              <c:layout>
                <c:manualLayout>
                  <c:x val="-3.4384439010770596E-2"/>
                  <c:y val="7.5044043002740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48F-4677-A35F-3AE2EFE81105}"/>
                </c:ext>
              </c:extLst>
            </c:dLbl>
            <c:dLbl>
              <c:idx val="7"/>
              <c:layout>
                <c:manualLayout>
                  <c:x val="0"/>
                  <c:y val="4.64558361445538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8F-4677-A35F-3AE2EFE81105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8F-4677-A35F-3AE2EFE81105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2.2188248095756258</c:v>
                </c:pt>
                <c:pt idx="1">
                  <c:v>2.3230326108181991</c:v>
                </c:pt>
                <c:pt idx="2">
                  <c:v>2.2760932944606416</c:v>
                </c:pt>
                <c:pt idx="3">
                  <c:v>2.3715035931453845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2.3998779342723009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8F-4677-A35F-3AE2EFE81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04305536"/>
        <c:axId val="804305208"/>
      </c:lineChart>
      <c:dateAx>
        <c:axId val="702594144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2601032"/>
        <c:crosses val="autoZero"/>
        <c:auto val="1"/>
        <c:lblOffset val="100"/>
        <c:baseTimeUnit val="months"/>
      </c:dateAx>
      <c:valAx>
        <c:axId val="702601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2594144"/>
        <c:crosses val="autoZero"/>
        <c:crossBetween val="between"/>
        <c:majorUnit val="0.2"/>
      </c:valAx>
      <c:valAx>
        <c:axId val="80430520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4305536"/>
        <c:crosses val="max"/>
        <c:crossBetween val="between"/>
      </c:valAx>
      <c:dateAx>
        <c:axId val="80430553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80430520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'Sticky Factor'!$B$1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'Sticky Factor'!$A:$A</c:f>
              <c:strCache>
                <c:ptCount val="303"/>
                <c:pt idx="0">
                  <c:v>02.07.2022</c:v>
                </c:pt>
                <c:pt idx="1">
                  <c:v>03.07.2022</c:v>
                </c:pt>
                <c:pt idx="2">
                  <c:v>04.07.2022</c:v>
                </c:pt>
                <c:pt idx="3">
                  <c:v>05.07.2022</c:v>
                </c:pt>
                <c:pt idx="4">
                  <c:v>06.07.2022</c:v>
                </c:pt>
                <c:pt idx="5">
                  <c:v>07.07.2022</c:v>
                </c:pt>
                <c:pt idx="6">
                  <c:v>08.07.2022</c:v>
                </c:pt>
                <c:pt idx="7">
                  <c:v>09.07.2022</c:v>
                </c:pt>
                <c:pt idx="8">
                  <c:v>10.07.2022</c:v>
                </c:pt>
                <c:pt idx="9">
                  <c:v>11.07.2022</c:v>
                </c:pt>
                <c:pt idx="10">
                  <c:v>12.07.2022</c:v>
                </c:pt>
                <c:pt idx="11">
                  <c:v>13.07.2022</c:v>
                </c:pt>
                <c:pt idx="12">
                  <c:v>14.07.2022</c:v>
                </c:pt>
                <c:pt idx="13">
                  <c:v>15.07.2022</c:v>
                </c:pt>
                <c:pt idx="14">
                  <c:v>16.07.2022</c:v>
                </c:pt>
                <c:pt idx="15">
                  <c:v>17.07.2022</c:v>
                </c:pt>
                <c:pt idx="16">
                  <c:v>18.07.2022</c:v>
                </c:pt>
                <c:pt idx="17">
                  <c:v>19.07.2022</c:v>
                </c:pt>
                <c:pt idx="18">
                  <c:v>20.07.2022</c:v>
                </c:pt>
                <c:pt idx="19">
                  <c:v>21.07.2022</c:v>
                </c:pt>
                <c:pt idx="20">
                  <c:v>22.07.2022</c:v>
                </c:pt>
                <c:pt idx="21">
                  <c:v>23.07.2022</c:v>
                </c:pt>
                <c:pt idx="22">
                  <c:v>24.07.2022</c:v>
                </c:pt>
                <c:pt idx="23">
                  <c:v>25.07.2022</c:v>
                </c:pt>
                <c:pt idx="24">
                  <c:v>26.07.2022</c:v>
                </c:pt>
                <c:pt idx="25">
                  <c:v>27.07.2022</c:v>
                </c:pt>
                <c:pt idx="26">
                  <c:v>28.07.2022</c:v>
                </c:pt>
                <c:pt idx="27">
                  <c:v>29.07.2022</c:v>
                </c:pt>
                <c:pt idx="28">
                  <c:v>30.07.2022</c:v>
                </c:pt>
                <c:pt idx="29">
                  <c:v>31.07.2022</c:v>
                </c:pt>
                <c:pt idx="30">
                  <c:v>01.08.2022</c:v>
                </c:pt>
                <c:pt idx="31">
                  <c:v>02.08.2022</c:v>
                </c:pt>
                <c:pt idx="32">
                  <c:v>03.08.2022</c:v>
                </c:pt>
                <c:pt idx="33">
                  <c:v>04.08.2022</c:v>
                </c:pt>
                <c:pt idx="34">
                  <c:v>05.08.2022</c:v>
                </c:pt>
                <c:pt idx="35">
                  <c:v>06.08.2022</c:v>
                </c:pt>
                <c:pt idx="36">
                  <c:v>07.08.2022</c:v>
                </c:pt>
                <c:pt idx="37">
                  <c:v>08.08.2022</c:v>
                </c:pt>
                <c:pt idx="38">
                  <c:v>09.08.2022</c:v>
                </c:pt>
                <c:pt idx="39">
                  <c:v>10.08.2022</c:v>
                </c:pt>
                <c:pt idx="40">
                  <c:v>11.08.2022</c:v>
                </c:pt>
                <c:pt idx="41">
                  <c:v>12.08.2022</c:v>
                </c:pt>
                <c:pt idx="42">
                  <c:v>13.08.2022</c:v>
                </c:pt>
                <c:pt idx="43">
                  <c:v>14.08.2022</c:v>
                </c:pt>
                <c:pt idx="44">
                  <c:v>15.08.2022</c:v>
                </c:pt>
                <c:pt idx="45">
                  <c:v>16.08.2022</c:v>
                </c:pt>
                <c:pt idx="46">
                  <c:v>17.08.2022</c:v>
                </c:pt>
                <c:pt idx="47">
                  <c:v>18.08.2022</c:v>
                </c:pt>
                <c:pt idx="48">
                  <c:v>19.08.2022</c:v>
                </c:pt>
                <c:pt idx="49">
                  <c:v>20.08.2022</c:v>
                </c:pt>
                <c:pt idx="50">
                  <c:v>21.08.2022</c:v>
                </c:pt>
                <c:pt idx="51">
                  <c:v>22.08.2022</c:v>
                </c:pt>
                <c:pt idx="52">
                  <c:v>23.08.2022</c:v>
                </c:pt>
                <c:pt idx="53">
                  <c:v>24.08.2022</c:v>
                </c:pt>
                <c:pt idx="54">
                  <c:v>25.08.2022</c:v>
                </c:pt>
                <c:pt idx="55">
                  <c:v>26.08.2022</c:v>
                </c:pt>
                <c:pt idx="56">
                  <c:v>27.08.2022</c:v>
                </c:pt>
                <c:pt idx="57">
                  <c:v>28.08.2022</c:v>
                </c:pt>
                <c:pt idx="58">
                  <c:v>29.08.2022</c:v>
                </c:pt>
                <c:pt idx="59">
                  <c:v>30.08.2022</c:v>
                </c:pt>
                <c:pt idx="60">
                  <c:v>31.08.2022</c:v>
                </c:pt>
                <c:pt idx="61">
                  <c:v>01.09.2022</c:v>
                </c:pt>
                <c:pt idx="62">
                  <c:v>02.09.2022</c:v>
                </c:pt>
                <c:pt idx="63">
                  <c:v>03.09.2022</c:v>
                </c:pt>
                <c:pt idx="64">
                  <c:v>04.09.2022</c:v>
                </c:pt>
                <c:pt idx="65">
                  <c:v>05.09.2022</c:v>
                </c:pt>
                <c:pt idx="66">
                  <c:v>06.09.2022</c:v>
                </c:pt>
                <c:pt idx="67">
                  <c:v>07.09.2022</c:v>
                </c:pt>
                <c:pt idx="68">
                  <c:v>08.09.2022</c:v>
                </c:pt>
                <c:pt idx="69">
                  <c:v>09.09.2022</c:v>
                </c:pt>
                <c:pt idx="70">
                  <c:v>10.09.2022</c:v>
                </c:pt>
                <c:pt idx="71">
                  <c:v>11.09.2022</c:v>
                </c:pt>
                <c:pt idx="72">
                  <c:v>12.09.2022</c:v>
                </c:pt>
                <c:pt idx="73">
                  <c:v>13.09.2022</c:v>
                </c:pt>
                <c:pt idx="74">
                  <c:v>14.09.2022</c:v>
                </c:pt>
                <c:pt idx="75">
                  <c:v>15.09.2022</c:v>
                </c:pt>
                <c:pt idx="76">
                  <c:v>16.09.2022</c:v>
                </c:pt>
                <c:pt idx="77">
                  <c:v>17.09.2022</c:v>
                </c:pt>
                <c:pt idx="78">
                  <c:v>18.09.2022</c:v>
                </c:pt>
                <c:pt idx="79">
                  <c:v>19.09.2022</c:v>
                </c:pt>
                <c:pt idx="80">
                  <c:v>20.09.2022</c:v>
                </c:pt>
                <c:pt idx="81">
                  <c:v>21.09.2022</c:v>
                </c:pt>
                <c:pt idx="82">
                  <c:v>22.09.2022</c:v>
                </c:pt>
                <c:pt idx="83">
                  <c:v>23.09.2022</c:v>
                </c:pt>
                <c:pt idx="84">
                  <c:v>24.09.2022</c:v>
                </c:pt>
                <c:pt idx="85">
                  <c:v>25.09.2022</c:v>
                </c:pt>
                <c:pt idx="86">
                  <c:v>26.09.2022</c:v>
                </c:pt>
                <c:pt idx="87">
                  <c:v>27.09.2022</c:v>
                </c:pt>
                <c:pt idx="88">
                  <c:v>28.09.2022</c:v>
                </c:pt>
                <c:pt idx="89">
                  <c:v>29.09.2022</c:v>
                </c:pt>
                <c:pt idx="90">
                  <c:v>30.09.2022</c:v>
                </c:pt>
                <c:pt idx="91">
                  <c:v>01.10.2022</c:v>
                </c:pt>
                <c:pt idx="92">
                  <c:v>02.10.2022</c:v>
                </c:pt>
                <c:pt idx="93">
                  <c:v>03.10.2022</c:v>
                </c:pt>
                <c:pt idx="94">
                  <c:v>04.10.2022</c:v>
                </c:pt>
                <c:pt idx="95">
                  <c:v>05.10.2022</c:v>
                </c:pt>
                <c:pt idx="96">
                  <c:v>06.10.2022</c:v>
                </c:pt>
                <c:pt idx="97">
                  <c:v>07.10.2022</c:v>
                </c:pt>
                <c:pt idx="98">
                  <c:v>08.10.2022</c:v>
                </c:pt>
                <c:pt idx="99">
                  <c:v>09.10.2022</c:v>
                </c:pt>
                <c:pt idx="100">
                  <c:v>10.10.2022</c:v>
                </c:pt>
                <c:pt idx="101">
                  <c:v>11.10.2022</c:v>
                </c:pt>
                <c:pt idx="102">
                  <c:v>12.10.2022</c:v>
                </c:pt>
                <c:pt idx="103">
                  <c:v>13.10.2022</c:v>
                </c:pt>
                <c:pt idx="104">
                  <c:v>14.10.2022</c:v>
                </c:pt>
                <c:pt idx="105">
                  <c:v>15.10.2022</c:v>
                </c:pt>
                <c:pt idx="106">
                  <c:v>16.10.2022</c:v>
                </c:pt>
                <c:pt idx="107">
                  <c:v>17.10.2022</c:v>
                </c:pt>
                <c:pt idx="108">
                  <c:v>18.10.2022</c:v>
                </c:pt>
                <c:pt idx="109">
                  <c:v>19.10.2022</c:v>
                </c:pt>
                <c:pt idx="110">
                  <c:v>20.10.2022</c:v>
                </c:pt>
                <c:pt idx="111">
                  <c:v>21.10.2022</c:v>
                </c:pt>
                <c:pt idx="112">
                  <c:v>22.10.2022</c:v>
                </c:pt>
                <c:pt idx="113">
                  <c:v>23.10.2022</c:v>
                </c:pt>
                <c:pt idx="114">
                  <c:v>24.10.2022</c:v>
                </c:pt>
                <c:pt idx="115">
                  <c:v>25.10.2022</c:v>
                </c:pt>
                <c:pt idx="116">
                  <c:v>26.10.2022</c:v>
                </c:pt>
                <c:pt idx="117">
                  <c:v>27.10.2022</c:v>
                </c:pt>
                <c:pt idx="118">
                  <c:v>28.10.2022</c:v>
                </c:pt>
                <c:pt idx="119">
                  <c:v>29.10.2022</c:v>
                </c:pt>
                <c:pt idx="120">
                  <c:v>30.10.2022</c:v>
                </c:pt>
                <c:pt idx="121">
                  <c:v>31.10.2022</c:v>
                </c:pt>
                <c:pt idx="122">
                  <c:v>01.11.2022</c:v>
                </c:pt>
                <c:pt idx="123">
                  <c:v>02.11.2022</c:v>
                </c:pt>
                <c:pt idx="124">
                  <c:v>03.11.2022</c:v>
                </c:pt>
                <c:pt idx="125">
                  <c:v>04.11.2022</c:v>
                </c:pt>
                <c:pt idx="126">
                  <c:v>05.11.2022</c:v>
                </c:pt>
                <c:pt idx="127">
                  <c:v>06.11.2022</c:v>
                </c:pt>
                <c:pt idx="128">
                  <c:v>07.11.2022</c:v>
                </c:pt>
                <c:pt idx="129">
                  <c:v>08.11.2022</c:v>
                </c:pt>
                <c:pt idx="130">
                  <c:v>09.11.2022</c:v>
                </c:pt>
                <c:pt idx="131">
                  <c:v>10.11.2022</c:v>
                </c:pt>
                <c:pt idx="132">
                  <c:v>11.11.2022</c:v>
                </c:pt>
                <c:pt idx="133">
                  <c:v>12.11.2022</c:v>
                </c:pt>
                <c:pt idx="134">
                  <c:v>13.11.2022</c:v>
                </c:pt>
                <c:pt idx="135">
                  <c:v>14.11.2022</c:v>
                </c:pt>
                <c:pt idx="136">
                  <c:v>15.11.2022</c:v>
                </c:pt>
                <c:pt idx="137">
                  <c:v>16.11.2022</c:v>
                </c:pt>
                <c:pt idx="138">
                  <c:v>17.11.2022</c:v>
                </c:pt>
                <c:pt idx="139">
                  <c:v>18.11.2022</c:v>
                </c:pt>
                <c:pt idx="140">
                  <c:v>19.11.2022</c:v>
                </c:pt>
                <c:pt idx="141">
                  <c:v>20.11.2022</c:v>
                </c:pt>
                <c:pt idx="142">
                  <c:v>21.11.2022</c:v>
                </c:pt>
                <c:pt idx="143">
                  <c:v>22.11.2022</c:v>
                </c:pt>
                <c:pt idx="144">
                  <c:v>23.11.2022</c:v>
                </c:pt>
                <c:pt idx="145">
                  <c:v>24.11.2022</c:v>
                </c:pt>
                <c:pt idx="146">
                  <c:v>25.11.2022</c:v>
                </c:pt>
                <c:pt idx="147">
                  <c:v>26.11.2022</c:v>
                </c:pt>
                <c:pt idx="148">
                  <c:v>27.11.2022</c:v>
                </c:pt>
                <c:pt idx="149">
                  <c:v>28.11.2022</c:v>
                </c:pt>
                <c:pt idx="150">
                  <c:v>29.11.2022</c:v>
                </c:pt>
                <c:pt idx="151">
                  <c:v>30.11.2022</c:v>
                </c:pt>
                <c:pt idx="152">
                  <c:v>01.12.2022</c:v>
                </c:pt>
                <c:pt idx="153">
                  <c:v>02.12.2022</c:v>
                </c:pt>
                <c:pt idx="154">
                  <c:v>03.12.2022</c:v>
                </c:pt>
                <c:pt idx="155">
                  <c:v>04.12.2022</c:v>
                </c:pt>
                <c:pt idx="156">
                  <c:v>05.12.2022</c:v>
                </c:pt>
                <c:pt idx="157">
                  <c:v>06.12.2022</c:v>
                </c:pt>
                <c:pt idx="158">
                  <c:v>07.12.2022</c:v>
                </c:pt>
                <c:pt idx="159">
                  <c:v>08.12.2022</c:v>
                </c:pt>
                <c:pt idx="160">
                  <c:v>09.12.2022</c:v>
                </c:pt>
                <c:pt idx="161">
                  <c:v>10.12.2022</c:v>
                </c:pt>
                <c:pt idx="162">
                  <c:v>11.12.2022</c:v>
                </c:pt>
                <c:pt idx="163">
                  <c:v>12.12.2022</c:v>
                </c:pt>
                <c:pt idx="164">
                  <c:v>13.12.2022</c:v>
                </c:pt>
                <c:pt idx="165">
                  <c:v>14.12.2022</c:v>
                </c:pt>
                <c:pt idx="166">
                  <c:v>15.12.2022</c:v>
                </c:pt>
                <c:pt idx="167">
                  <c:v>16.12.2022</c:v>
                </c:pt>
                <c:pt idx="168">
                  <c:v>17.12.2022</c:v>
                </c:pt>
                <c:pt idx="169">
                  <c:v>18.12.2022</c:v>
                </c:pt>
                <c:pt idx="170">
                  <c:v>19.12.2022</c:v>
                </c:pt>
                <c:pt idx="171">
                  <c:v>20.12.2022</c:v>
                </c:pt>
                <c:pt idx="172">
                  <c:v>21.12.2022</c:v>
                </c:pt>
                <c:pt idx="173">
                  <c:v>22.12.2022</c:v>
                </c:pt>
                <c:pt idx="174">
                  <c:v>23.12.2022</c:v>
                </c:pt>
                <c:pt idx="175">
                  <c:v>24.12.2022</c:v>
                </c:pt>
                <c:pt idx="176">
                  <c:v>25.12.2022</c:v>
                </c:pt>
                <c:pt idx="177">
                  <c:v>26.12.2022</c:v>
                </c:pt>
                <c:pt idx="178">
                  <c:v>27.12.2022</c:v>
                </c:pt>
                <c:pt idx="179">
                  <c:v>28.12.2022</c:v>
                </c:pt>
                <c:pt idx="180">
                  <c:v>29.12.2022</c:v>
                </c:pt>
                <c:pt idx="181">
                  <c:v>30.12.2022</c:v>
                </c:pt>
                <c:pt idx="182">
                  <c:v>31.12.2022</c:v>
                </c:pt>
                <c:pt idx="183">
                  <c:v>01.01.2023</c:v>
                </c:pt>
                <c:pt idx="184">
                  <c:v>02.01.2023</c:v>
                </c:pt>
                <c:pt idx="185">
                  <c:v>03.01.2023</c:v>
                </c:pt>
                <c:pt idx="186">
                  <c:v>04.01.2023</c:v>
                </c:pt>
                <c:pt idx="187">
                  <c:v>05.01.2023</c:v>
                </c:pt>
                <c:pt idx="188">
                  <c:v>06.01.2023</c:v>
                </c:pt>
                <c:pt idx="189">
                  <c:v>07.01.2023</c:v>
                </c:pt>
                <c:pt idx="190">
                  <c:v>08.01.2023</c:v>
                </c:pt>
                <c:pt idx="191">
                  <c:v>09.01.2023</c:v>
                </c:pt>
                <c:pt idx="192">
                  <c:v>10.01.2023</c:v>
                </c:pt>
                <c:pt idx="193">
                  <c:v>11.01.2023</c:v>
                </c:pt>
                <c:pt idx="194">
                  <c:v>12.01.2023</c:v>
                </c:pt>
                <c:pt idx="195">
                  <c:v>13.01.2023</c:v>
                </c:pt>
                <c:pt idx="196">
                  <c:v>14.01.2023</c:v>
                </c:pt>
                <c:pt idx="197">
                  <c:v>15.01.2023</c:v>
                </c:pt>
                <c:pt idx="198">
                  <c:v>16.01.2023</c:v>
                </c:pt>
                <c:pt idx="199">
                  <c:v>17.01.2023</c:v>
                </c:pt>
                <c:pt idx="200">
                  <c:v>18.01.2023</c:v>
                </c:pt>
                <c:pt idx="201">
                  <c:v>19.01.2023</c:v>
                </c:pt>
                <c:pt idx="202">
                  <c:v>20.01.2023</c:v>
                </c:pt>
                <c:pt idx="203">
                  <c:v>21.01.2023</c:v>
                </c:pt>
                <c:pt idx="204">
                  <c:v>22.01.2023</c:v>
                </c:pt>
                <c:pt idx="205">
                  <c:v>23.01.2023</c:v>
                </c:pt>
                <c:pt idx="206">
                  <c:v>24.01.2023</c:v>
                </c:pt>
                <c:pt idx="207">
                  <c:v>25.01.2023</c:v>
                </c:pt>
                <c:pt idx="208">
                  <c:v>26.01.2023</c:v>
                </c:pt>
                <c:pt idx="209">
                  <c:v>27.01.2023</c:v>
                </c:pt>
                <c:pt idx="210">
                  <c:v>28.01.2023</c:v>
                </c:pt>
                <c:pt idx="211">
                  <c:v>29.01.2023</c:v>
                </c:pt>
                <c:pt idx="212">
                  <c:v>30.01.2023</c:v>
                </c:pt>
                <c:pt idx="213">
                  <c:v>31.01.2023</c:v>
                </c:pt>
                <c:pt idx="214">
                  <c:v>01.02.2023</c:v>
                </c:pt>
                <c:pt idx="215">
                  <c:v>02.02.2023</c:v>
                </c:pt>
                <c:pt idx="216">
                  <c:v>03.02.2023</c:v>
                </c:pt>
                <c:pt idx="217">
                  <c:v>04.02.2023</c:v>
                </c:pt>
                <c:pt idx="218">
                  <c:v>05.02.2023</c:v>
                </c:pt>
                <c:pt idx="219">
                  <c:v>06.02.2023</c:v>
                </c:pt>
                <c:pt idx="220">
                  <c:v>07.02.2023</c:v>
                </c:pt>
                <c:pt idx="221">
                  <c:v>08.02.2023</c:v>
                </c:pt>
                <c:pt idx="222">
                  <c:v>09.02.2023</c:v>
                </c:pt>
                <c:pt idx="223">
                  <c:v>10.02.2023</c:v>
                </c:pt>
                <c:pt idx="224">
                  <c:v>11.02.2023</c:v>
                </c:pt>
                <c:pt idx="225">
                  <c:v>12.02.2023</c:v>
                </c:pt>
                <c:pt idx="226">
                  <c:v>13.02.2023</c:v>
                </c:pt>
                <c:pt idx="227">
                  <c:v>14.02.2023</c:v>
                </c:pt>
                <c:pt idx="228">
                  <c:v>15.02.2023</c:v>
                </c:pt>
                <c:pt idx="229">
                  <c:v>16.02.2023</c:v>
                </c:pt>
                <c:pt idx="230">
                  <c:v>17.02.2023</c:v>
                </c:pt>
                <c:pt idx="231">
                  <c:v>18.02.2023</c:v>
                </c:pt>
                <c:pt idx="232">
                  <c:v>19.02.2023</c:v>
                </c:pt>
                <c:pt idx="233">
                  <c:v>20.02.2023</c:v>
                </c:pt>
                <c:pt idx="234">
                  <c:v>21.02.2023</c:v>
                </c:pt>
                <c:pt idx="235">
                  <c:v>22.02.2023</c:v>
                </c:pt>
                <c:pt idx="236">
                  <c:v>23.02.2023</c:v>
                </c:pt>
                <c:pt idx="237">
                  <c:v>24.02.2023</c:v>
                </c:pt>
                <c:pt idx="238">
                  <c:v>25.02.2023</c:v>
                </c:pt>
                <c:pt idx="239">
                  <c:v>26.02.2023</c:v>
                </c:pt>
                <c:pt idx="240">
                  <c:v>27.02.2023</c:v>
                </c:pt>
                <c:pt idx="241">
                  <c:v>28.02.2023</c:v>
                </c:pt>
                <c:pt idx="242">
                  <c:v>01.03.2023</c:v>
                </c:pt>
                <c:pt idx="243">
                  <c:v>02.03.2023</c:v>
                </c:pt>
                <c:pt idx="244">
                  <c:v>03.03.2023</c:v>
                </c:pt>
                <c:pt idx="245">
                  <c:v>04.03.2023</c:v>
                </c:pt>
                <c:pt idx="246">
                  <c:v>05.03.2023</c:v>
                </c:pt>
                <c:pt idx="247">
                  <c:v>06.03.2023</c:v>
                </c:pt>
                <c:pt idx="248">
                  <c:v>07.03.2023</c:v>
                </c:pt>
                <c:pt idx="249">
                  <c:v>08.03.2023</c:v>
                </c:pt>
                <c:pt idx="250">
                  <c:v>09.03.2023</c:v>
                </c:pt>
                <c:pt idx="251">
                  <c:v>10.03.2023</c:v>
                </c:pt>
                <c:pt idx="252">
                  <c:v>11.03.2023</c:v>
                </c:pt>
                <c:pt idx="253">
                  <c:v>12.03.2023</c:v>
                </c:pt>
                <c:pt idx="254">
                  <c:v>13.03.2023</c:v>
                </c:pt>
                <c:pt idx="255">
                  <c:v>14.03.2023</c:v>
                </c:pt>
                <c:pt idx="256">
                  <c:v>15.03.2023</c:v>
                </c:pt>
                <c:pt idx="257">
                  <c:v>16.03.2023</c:v>
                </c:pt>
                <c:pt idx="258">
                  <c:v>17.03.2023</c:v>
                </c:pt>
                <c:pt idx="259">
                  <c:v>18.03.2023</c:v>
                </c:pt>
                <c:pt idx="260">
                  <c:v>19.03.2023</c:v>
                </c:pt>
                <c:pt idx="261">
                  <c:v>20.03.2023</c:v>
                </c:pt>
                <c:pt idx="262">
                  <c:v>21.03.2023</c:v>
                </c:pt>
                <c:pt idx="263">
                  <c:v>22.03.2023</c:v>
                </c:pt>
                <c:pt idx="264">
                  <c:v>23.03.2023</c:v>
                </c:pt>
                <c:pt idx="265">
                  <c:v>24.03.2023</c:v>
                </c:pt>
                <c:pt idx="266">
                  <c:v>25.03.2023</c:v>
                </c:pt>
                <c:pt idx="267">
                  <c:v>26.03.2023</c:v>
                </c:pt>
                <c:pt idx="268">
                  <c:v>27.03.2023</c:v>
                </c:pt>
                <c:pt idx="269">
                  <c:v>28.03.2023</c:v>
                </c:pt>
                <c:pt idx="270">
                  <c:v>29.03.2023</c:v>
                </c:pt>
                <c:pt idx="271">
                  <c:v>30.03.2023</c:v>
                </c:pt>
                <c:pt idx="272">
                  <c:v>31.03.2023</c:v>
                </c:pt>
                <c:pt idx="273">
                  <c:v>01.04.2023</c:v>
                </c:pt>
                <c:pt idx="274">
                  <c:v>02.04.2023</c:v>
                </c:pt>
                <c:pt idx="275">
                  <c:v>03.04.2023</c:v>
                </c:pt>
                <c:pt idx="276">
                  <c:v>04.04.2023</c:v>
                </c:pt>
                <c:pt idx="277">
                  <c:v>05.04.2023</c:v>
                </c:pt>
                <c:pt idx="278">
                  <c:v>06.04.2023</c:v>
                </c:pt>
                <c:pt idx="279">
                  <c:v>07.04.2023</c:v>
                </c:pt>
                <c:pt idx="280">
                  <c:v>08.04.2023</c:v>
                </c:pt>
                <c:pt idx="281">
                  <c:v>09.04.2023</c:v>
                </c:pt>
                <c:pt idx="282">
                  <c:v>10.04.2023</c:v>
                </c:pt>
                <c:pt idx="283">
                  <c:v>11.04.2023</c:v>
                </c:pt>
                <c:pt idx="284">
                  <c:v>12.04.2023</c:v>
                </c:pt>
                <c:pt idx="285">
                  <c:v>13.04.2023</c:v>
                </c:pt>
                <c:pt idx="286">
                  <c:v>14.04.2023</c:v>
                </c:pt>
                <c:pt idx="287">
                  <c:v>15.04.2023</c:v>
                </c:pt>
                <c:pt idx="288">
                  <c:v>16.04.2023</c:v>
                </c:pt>
                <c:pt idx="289">
                  <c:v>17.04.2023</c:v>
                </c:pt>
                <c:pt idx="290">
                  <c:v>18.04.2023</c:v>
                </c:pt>
                <c:pt idx="291">
                  <c:v>19.04.2023</c:v>
                </c:pt>
                <c:pt idx="292">
                  <c:v>20.04.2023</c:v>
                </c:pt>
                <c:pt idx="293">
                  <c:v>21.04.2023</c:v>
                </c:pt>
                <c:pt idx="294">
                  <c:v>22.04.2023</c:v>
                </c:pt>
                <c:pt idx="295">
                  <c:v>23.04.2023</c:v>
                </c:pt>
                <c:pt idx="296">
                  <c:v>24.04.2023</c:v>
                </c:pt>
                <c:pt idx="297">
                  <c:v>25.04.2023</c:v>
                </c:pt>
                <c:pt idx="298">
                  <c:v>26.04.2023</c:v>
                </c:pt>
                <c:pt idx="299">
                  <c:v>27.04.2023</c:v>
                </c:pt>
                <c:pt idx="300">
                  <c:v>28.04.2023</c:v>
                </c:pt>
                <c:pt idx="301">
                  <c:v>29.04.2023</c:v>
                </c:pt>
                <c:pt idx="302">
                  <c:v>30.04.2023</c:v>
                </c:pt>
              </c:strCache>
            </c:strRef>
          </c:cat>
          <c:val>
            <c:numRef>
              <c:f>'Sticky Factor'!$B$2:$B$304</c:f>
              <c:numCache>
                <c:formatCode>General</c:formatCode>
                <c:ptCount val="302"/>
                <c:pt idx="0">
                  <c:v>6</c:v>
                </c:pt>
                <c:pt idx="1">
                  <c:v>5</c:v>
                </c:pt>
                <c:pt idx="2">
                  <c:v>10</c:v>
                </c:pt>
                <c:pt idx="3">
                  <c:v>5</c:v>
                </c:pt>
                <c:pt idx="4">
                  <c:v>13</c:v>
                </c:pt>
                <c:pt idx="5">
                  <c:v>22</c:v>
                </c:pt>
                <c:pt idx="6">
                  <c:v>22</c:v>
                </c:pt>
                <c:pt idx="7">
                  <c:v>26</c:v>
                </c:pt>
                <c:pt idx="8">
                  <c:v>23</c:v>
                </c:pt>
                <c:pt idx="9">
                  <c:v>24</c:v>
                </c:pt>
                <c:pt idx="10">
                  <c:v>30</c:v>
                </c:pt>
                <c:pt idx="11">
                  <c:v>32</c:v>
                </c:pt>
                <c:pt idx="12">
                  <c:v>25</c:v>
                </c:pt>
                <c:pt idx="13">
                  <c:v>34</c:v>
                </c:pt>
                <c:pt idx="14">
                  <c:v>39</c:v>
                </c:pt>
                <c:pt idx="15">
                  <c:v>22</c:v>
                </c:pt>
                <c:pt idx="16">
                  <c:v>38</c:v>
                </c:pt>
                <c:pt idx="17">
                  <c:v>34</c:v>
                </c:pt>
                <c:pt idx="18">
                  <c:v>50</c:v>
                </c:pt>
                <c:pt idx="19">
                  <c:v>43</c:v>
                </c:pt>
                <c:pt idx="20">
                  <c:v>43</c:v>
                </c:pt>
                <c:pt idx="21">
                  <c:v>53</c:v>
                </c:pt>
                <c:pt idx="22">
                  <c:v>63</c:v>
                </c:pt>
                <c:pt idx="23">
                  <c:v>48</c:v>
                </c:pt>
                <c:pt idx="24">
                  <c:v>59</c:v>
                </c:pt>
                <c:pt idx="25">
                  <c:v>59</c:v>
                </c:pt>
                <c:pt idx="26">
                  <c:v>61</c:v>
                </c:pt>
                <c:pt idx="27">
                  <c:v>64</c:v>
                </c:pt>
                <c:pt idx="28">
                  <c:v>64</c:v>
                </c:pt>
                <c:pt idx="29">
                  <c:v>52</c:v>
                </c:pt>
                <c:pt idx="30">
                  <c:v>62</c:v>
                </c:pt>
                <c:pt idx="31">
                  <c:v>55</c:v>
                </c:pt>
                <c:pt idx="32">
                  <c:v>60</c:v>
                </c:pt>
                <c:pt idx="33">
                  <c:v>52</c:v>
                </c:pt>
                <c:pt idx="34">
                  <c:v>62</c:v>
                </c:pt>
                <c:pt idx="35">
                  <c:v>59</c:v>
                </c:pt>
                <c:pt idx="36">
                  <c:v>58</c:v>
                </c:pt>
                <c:pt idx="37">
                  <c:v>53</c:v>
                </c:pt>
                <c:pt idx="38">
                  <c:v>55</c:v>
                </c:pt>
                <c:pt idx="39">
                  <c:v>65</c:v>
                </c:pt>
                <c:pt idx="40">
                  <c:v>54</c:v>
                </c:pt>
                <c:pt idx="41">
                  <c:v>74</c:v>
                </c:pt>
                <c:pt idx="42">
                  <c:v>59</c:v>
                </c:pt>
                <c:pt idx="43">
                  <c:v>54</c:v>
                </c:pt>
                <c:pt idx="44">
                  <c:v>68</c:v>
                </c:pt>
                <c:pt idx="45">
                  <c:v>59</c:v>
                </c:pt>
                <c:pt idx="46">
                  <c:v>61</c:v>
                </c:pt>
                <c:pt idx="47">
                  <c:v>58</c:v>
                </c:pt>
                <c:pt idx="48">
                  <c:v>67</c:v>
                </c:pt>
                <c:pt idx="49">
                  <c:v>62</c:v>
                </c:pt>
                <c:pt idx="50">
                  <c:v>53</c:v>
                </c:pt>
                <c:pt idx="51">
                  <c:v>60</c:v>
                </c:pt>
                <c:pt idx="52">
                  <c:v>67</c:v>
                </c:pt>
                <c:pt idx="53">
                  <c:v>67</c:v>
                </c:pt>
                <c:pt idx="54">
                  <c:v>61</c:v>
                </c:pt>
                <c:pt idx="55">
                  <c:v>63</c:v>
                </c:pt>
                <c:pt idx="56">
                  <c:v>61</c:v>
                </c:pt>
                <c:pt idx="57">
                  <c:v>54</c:v>
                </c:pt>
                <c:pt idx="58">
                  <c:v>72</c:v>
                </c:pt>
                <c:pt idx="59">
                  <c:v>54</c:v>
                </c:pt>
                <c:pt idx="60">
                  <c:v>66</c:v>
                </c:pt>
                <c:pt idx="61">
                  <c:v>61</c:v>
                </c:pt>
                <c:pt idx="62">
                  <c:v>58</c:v>
                </c:pt>
                <c:pt idx="63">
                  <c:v>64</c:v>
                </c:pt>
                <c:pt idx="64">
                  <c:v>62</c:v>
                </c:pt>
                <c:pt idx="65">
                  <c:v>46</c:v>
                </c:pt>
                <c:pt idx="66">
                  <c:v>49</c:v>
                </c:pt>
                <c:pt idx="67">
                  <c:v>59</c:v>
                </c:pt>
                <c:pt idx="68">
                  <c:v>60</c:v>
                </c:pt>
                <c:pt idx="69">
                  <c:v>53</c:v>
                </c:pt>
                <c:pt idx="70">
                  <c:v>61</c:v>
                </c:pt>
                <c:pt idx="71">
                  <c:v>58</c:v>
                </c:pt>
                <c:pt idx="72">
                  <c:v>64</c:v>
                </c:pt>
                <c:pt idx="73">
                  <c:v>65</c:v>
                </c:pt>
                <c:pt idx="74">
                  <c:v>74</c:v>
                </c:pt>
                <c:pt idx="75">
                  <c:v>58</c:v>
                </c:pt>
                <c:pt idx="76">
                  <c:v>62</c:v>
                </c:pt>
                <c:pt idx="77">
                  <c:v>69</c:v>
                </c:pt>
                <c:pt idx="78">
                  <c:v>66</c:v>
                </c:pt>
                <c:pt idx="79">
                  <c:v>67</c:v>
                </c:pt>
                <c:pt idx="80">
                  <c:v>71</c:v>
                </c:pt>
                <c:pt idx="81">
                  <c:v>67</c:v>
                </c:pt>
                <c:pt idx="82">
                  <c:v>55</c:v>
                </c:pt>
                <c:pt idx="83">
                  <c:v>58</c:v>
                </c:pt>
                <c:pt idx="84">
                  <c:v>73</c:v>
                </c:pt>
                <c:pt idx="85">
                  <c:v>58</c:v>
                </c:pt>
                <c:pt idx="86">
                  <c:v>76</c:v>
                </c:pt>
                <c:pt idx="87">
                  <c:v>62</c:v>
                </c:pt>
                <c:pt idx="88">
                  <c:v>66</c:v>
                </c:pt>
                <c:pt idx="89">
                  <c:v>59</c:v>
                </c:pt>
                <c:pt idx="90">
                  <c:v>61</c:v>
                </c:pt>
                <c:pt idx="91">
                  <c:v>52</c:v>
                </c:pt>
                <c:pt idx="92">
                  <c:v>69</c:v>
                </c:pt>
                <c:pt idx="93">
                  <c:v>70</c:v>
                </c:pt>
                <c:pt idx="94">
                  <c:v>45</c:v>
                </c:pt>
                <c:pt idx="95">
                  <c:v>77</c:v>
                </c:pt>
                <c:pt idx="96">
                  <c:v>61</c:v>
                </c:pt>
                <c:pt idx="97">
                  <c:v>56</c:v>
                </c:pt>
                <c:pt idx="98">
                  <c:v>66</c:v>
                </c:pt>
                <c:pt idx="99">
                  <c:v>51</c:v>
                </c:pt>
                <c:pt idx="100">
                  <c:v>59</c:v>
                </c:pt>
                <c:pt idx="101">
                  <c:v>65</c:v>
                </c:pt>
                <c:pt idx="102">
                  <c:v>53</c:v>
                </c:pt>
                <c:pt idx="103">
                  <c:v>72</c:v>
                </c:pt>
                <c:pt idx="104">
                  <c:v>62</c:v>
                </c:pt>
                <c:pt idx="105">
                  <c:v>62</c:v>
                </c:pt>
                <c:pt idx="106">
                  <c:v>70</c:v>
                </c:pt>
                <c:pt idx="107">
                  <c:v>62</c:v>
                </c:pt>
                <c:pt idx="108">
                  <c:v>82</c:v>
                </c:pt>
                <c:pt idx="109">
                  <c:v>52</c:v>
                </c:pt>
                <c:pt idx="110">
                  <c:v>65</c:v>
                </c:pt>
                <c:pt idx="111">
                  <c:v>64</c:v>
                </c:pt>
                <c:pt idx="112">
                  <c:v>57</c:v>
                </c:pt>
                <c:pt idx="113">
                  <c:v>58</c:v>
                </c:pt>
                <c:pt idx="114">
                  <c:v>66</c:v>
                </c:pt>
                <c:pt idx="115">
                  <c:v>60</c:v>
                </c:pt>
                <c:pt idx="116">
                  <c:v>55</c:v>
                </c:pt>
                <c:pt idx="117">
                  <c:v>65</c:v>
                </c:pt>
                <c:pt idx="118">
                  <c:v>54</c:v>
                </c:pt>
                <c:pt idx="119">
                  <c:v>66</c:v>
                </c:pt>
                <c:pt idx="120">
                  <c:v>72</c:v>
                </c:pt>
                <c:pt idx="121">
                  <c:v>58</c:v>
                </c:pt>
                <c:pt idx="122">
                  <c:v>55</c:v>
                </c:pt>
                <c:pt idx="123">
                  <c:v>56</c:v>
                </c:pt>
                <c:pt idx="124">
                  <c:v>63</c:v>
                </c:pt>
                <c:pt idx="125">
                  <c:v>69</c:v>
                </c:pt>
                <c:pt idx="126">
                  <c:v>62</c:v>
                </c:pt>
                <c:pt idx="127">
                  <c:v>60</c:v>
                </c:pt>
                <c:pt idx="128">
                  <c:v>60</c:v>
                </c:pt>
                <c:pt idx="129">
                  <c:v>60</c:v>
                </c:pt>
                <c:pt idx="130">
                  <c:v>55</c:v>
                </c:pt>
                <c:pt idx="131">
                  <c:v>62</c:v>
                </c:pt>
                <c:pt idx="132">
                  <c:v>53</c:v>
                </c:pt>
                <c:pt idx="133">
                  <c:v>54</c:v>
                </c:pt>
                <c:pt idx="134">
                  <c:v>46</c:v>
                </c:pt>
                <c:pt idx="135">
                  <c:v>55</c:v>
                </c:pt>
                <c:pt idx="136">
                  <c:v>51</c:v>
                </c:pt>
                <c:pt idx="137">
                  <c:v>58</c:v>
                </c:pt>
                <c:pt idx="138">
                  <c:v>51</c:v>
                </c:pt>
                <c:pt idx="139">
                  <c:v>40</c:v>
                </c:pt>
                <c:pt idx="140">
                  <c:v>50</c:v>
                </c:pt>
                <c:pt idx="141">
                  <c:v>34</c:v>
                </c:pt>
                <c:pt idx="142">
                  <c:v>41</c:v>
                </c:pt>
                <c:pt idx="143">
                  <c:v>39</c:v>
                </c:pt>
                <c:pt idx="144">
                  <c:v>32</c:v>
                </c:pt>
                <c:pt idx="145">
                  <c:v>32</c:v>
                </c:pt>
                <c:pt idx="146">
                  <c:v>31</c:v>
                </c:pt>
                <c:pt idx="147">
                  <c:v>35</c:v>
                </c:pt>
                <c:pt idx="148">
                  <c:v>32</c:v>
                </c:pt>
                <c:pt idx="149">
                  <c:v>23</c:v>
                </c:pt>
                <c:pt idx="150">
                  <c:v>35</c:v>
                </c:pt>
                <c:pt idx="151">
                  <c:v>32</c:v>
                </c:pt>
                <c:pt idx="152">
                  <c:v>25</c:v>
                </c:pt>
                <c:pt idx="153">
                  <c:v>19</c:v>
                </c:pt>
                <c:pt idx="154">
                  <c:v>30</c:v>
                </c:pt>
                <c:pt idx="155">
                  <c:v>23</c:v>
                </c:pt>
                <c:pt idx="156">
                  <c:v>32</c:v>
                </c:pt>
                <c:pt idx="157">
                  <c:v>35</c:v>
                </c:pt>
                <c:pt idx="158">
                  <c:v>29</c:v>
                </c:pt>
                <c:pt idx="159">
                  <c:v>36</c:v>
                </c:pt>
                <c:pt idx="160">
                  <c:v>30</c:v>
                </c:pt>
                <c:pt idx="161">
                  <c:v>25</c:v>
                </c:pt>
                <c:pt idx="162">
                  <c:v>31</c:v>
                </c:pt>
                <c:pt idx="163">
                  <c:v>34</c:v>
                </c:pt>
                <c:pt idx="164">
                  <c:v>22</c:v>
                </c:pt>
                <c:pt idx="165">
                  <c:v>26</c:v>
                </c:pt>
                <c:pt idx="166">
                  <c:v>27</c:v>
                </c:pt>
                <c:pt idx="167">
                  <c:v>28</c:v>
                </c:pt>
                <c:pt idx="168">
                  <c:v>20</c:v>
                </c:pt>
                <c:pt idx="169">
                  <c:v>32</c:v>
                </c:pt>
                <c:pt idx="170">
                  <c:v>28</c:v>
                </c:pt>
                <c:pt idx="171">
                  <c:v>28</c:v>
                </c:pt>
                <c:pt idx="172">
                  <c:v>29</c:v>
                </c:pt>
                <c:pt idx="173">
                  <c:v>36</c:v>
                </c:pt>
                <c:pt idx="174">
                  <c:v>24</c:v>
                </c:pt>
                <c:pt idx="175">
                  <c:v>33</c:v>
                </c:pt>
                <c:pt idx="176">
                  <c:v>26</c:v>
                </c:pt>
                <c:pt idx="177">
                  <c:v>24</c:v>
                </c:pt>
                <c:pt idx="178">
                  <c:v>32</c:v>
                </c:pt>
                <c:pt idx="179">
                  <c:v>29</c:v>
                </c:pt>
                <c:pt idx="180">
                  <c:v>22</c:v>
                </c:pt>
                <c:pt idx="181">
                  <c:v>37</c:v>
                </c:pt>
                <c:pt idx="182">
                  <c:v>24</c:v>
                </c:pt>
                <c:pt idx="183">
                  <c:v>35</c:v>
                </c:pt>
                <c:pt idx="184">
                  <c:v>40</c:v>
                </c:pt>
                <c:pt idx="185">
                  <c:v>46</c:v>
                </c:pt>
                <c:pt idx="186">
                  <c:v>36</c:v>
                </c:pt>
                <c:pt idx="187">
                  <c:v>46</c:v>
                </c:pt>
                <c:pt idx="188">
                  <c:v>35</c:v>
                </c:pt>
                <c:pt idx="189">
                  <c:v>53</c:v>
                </c:pt>
                <c:pt idx="190">
                  <c:v>53</c:v>
                </c:pt>
                <c:pt idx="191">
                  <c:v>52</c:v>
                </c:pt>
                <c:pt idx="192">
                  <c:v>65</c:v>
                </c:pt>
                <c:pt idx="193">
                  <c:v>52</c:v>
                </c:pt>
                <c:pt idx="194">
                  <c:v>62</c:v>
                </c:pt>
                <c:pt idx="195">
                  <c:v>77</c:v>
                </c:pt>
                <c:pt idx="196">
                  <c:v>61</c:v>
                </c:pt>
                <c:pt idx="197">
                  <c:v>70</c:v>
                </c:pt>
                <c:pt idx="198">
                  <c:v>66</c:v>
                </c:pt>
                <c:pt idx="199">
                  <c:v>73</c:v>
                </c:pt>
                <c:pt idx="200">
                  <c:v>73</c:v>
                </c:pt>
                <c:pt idx="201">
                  <c:v>80</c:v>
                </c:pt>
                <c:pt idx="202">
                  <c:v>75</c:v>
                </c:pt>
                <c:pt idx="203">
                  <c:v>90</c:v>
                </c:pt>
                <c:pt idx="204">
                  <c:v>78</c:v>
                </c:pt>
                <c:pt idx="205">
                  <c:v>90</c:v>
                </c:pt>
                <c:pt idx="206">
                  <c:v>88</c:v>
                </c:pt>
                <c:pt idx="207">
                  <c:v>83</c:v>
                </c:pt>
                <c:pt idx="208">
                  <c:v>92</c:v>
                </c:pt>
                <c:pt idx="209">
                  <c:v>99</c:v>
                </c:pt>
                <c:pt idx="210">
                  <c:v>93</c:v>
                </c:pt>
                <c:pt idx="211">
                  <c:v>115</c:v>
                </c:pt>
                <c:pt idx="212">
                  <c:v>108</c:v>
                </c:pt>
                <c:pt idx="213">
                  <c:v>112</c:v>
                </c:pt>
                <c:pt idx="214">
                  <c:v>86</c:v>
                </c:pt>
                <c:pt idx="215">
                  <c:v>98</c:v>
                </c:pt>
                <c:pt idx="216">
                  <c:v>100</c:v>
                </c:pt>
                <c:pt idx="217">
                  <c:v>95</c:v>
                </c:pt>
                <c:pt idx="218">
                  <c:v>98</c:v>
                </c:pt>
                <c:pt idx="219">
                  <c:v>90</c:v>
                </c:pt>
                <c:pt idx="220">
                  <c:v>107</c:v>
                </c:pt>
                <c:pt idx="221">
                  <c:v>101</c:v>
                </c:pt>
                <c:pt idx="222">
                  <c:v>104</c:v>
                </c:pt>
                <c:pt idx="223">
                  <c:v>98</c:v>
                </c:pt>
                <c:pt idx="224">
                  <c:v>101</c:v>
                </c:pt>
                <c:pt idx="225">
                  <c:v>94</c:v>
                </c:pt>
                <c:pt idx="226">
                  <c:v>108</c:v>
                </c:pt>
                <c:pt idx="227">
                  <c:v>103</c:v>
                </c:pt>
                <c:pt idx="228">
                  <c:v>95</c:v>
                </c:pt>
                <c:pt idx="229">
                  <c:v>107</c:v>
                </c:pt>
                <c:pt idx="230">
                  <c:v>116</c:v>
                </c:pt>
                <c:pt idx="231">
                  <c:v>109</c:v>
                </c:pt>
                <c:pt idx="232">
                  <c:v>84</c:v>
                </c:pt>
                <c:pt idx="233">
                  <c:v>98</c:v>
                </c:pt>
                <c:pt idx="234">
                  <c:v>115</c:v>
                </c:pt>
                <c:pt idx="235">
                  <c:v>95</c:v>
                </c:pt>
                <c:pt idx="236">
                  <c:v>106</c:v>
                </c:pt>
                <c:pt idx="237">
                  <c:v>118</c:v>
                </c:pt>
                <c:pt idx="238">
                  <c:v>127</c:v>
                </c:pt>
                <c:pt idx="239">
                  <c:v>104</c:v>
                </c:pt>
                <c:pt idx="240">
                  <c:v>131</c:v>
                </c:pt>
                <c:pt idx="241">
                  <c:v>130</c:v>
                </c:pt>
                <c:pt idx="242">
                  <c:v>138</c:v>
                </c:pt>
                <c:pt idx="243">
                  <c:v>167</c:v>
                </c:pt>
                <c:pt idx="244">
                  <c:v>170</c:v>
                </c:pt>
                <c:pt idx="245">
                  <c:v>165</c:v>
                </c:pt>
                <c:pt idx="246">
                  <c:v>149</c:v>
                </c:pt>
                <c:pt idx="247">
                  <c:v>151</c:v>
                </c:pt>
                <c:pt idx="248">
                  <c:v>173</c:v>
                </c:pt>
                <c:pt idx="249">
                  <c:v>150</c:v>
                </c:pt>
                <c:pt idx="250">
                  <c:v>162</c:v>
                </c:pt>
                <c:pt idx="251">
                  <c:v>175</c:v>
                </c:pt>
                <c:pt idx="252">
                  <c:v>176</c:v>
                </c:pt>
                <c:pt idx="253">
                  <c:v>180</c:v>
                </c:pt>
                <c:pt idx="254">
                  <c:v>168</c:v>
                </c:pt>
                <c:pt idx="255">
                  <c:v>185</c:v>
                </c:pt>
                <c:pt idx="256">
                  <c:v>181</c:v>
                </c:pt>
                <c:pt idx="257">
                  <c:v>172</c:v>
                </c:pt>
                <c:pt idx="258">
                  <c:v>187</c:v>
                </c:pt>
                <c:pt idx="259">
                  <c:v>218</c:v>
                </c:pt>
                <c:pt idx="260">
                  <c:v>184</c:v>
                </c:pt>
                <c:pt idx="261">
                  <c:v>194</c:v>
                </c:pt>
                <c:pt idx="262">
                  <c:v>131</c:v>
                </c:pt>
                <c:pt idx="263">
                  <c:v>176</c:v>
                </c:pt>
                <c:pt idx="264">
                  <c:v>136</c:v>
                </c:pt>
                <c:pt idx="265">
                  <c:v>153</c:v>
                </c:pt>
                <c:pt idx="266">
                  <c:v>159</c:v>
                </c:pt>
                <c:pt idx="267">
                  <c:v>143</c:v>
                </c:pt>
                <c:pt idx="268">
                  <c:v>156</c:v>
                </c:pt>
                <c:pt idx="269">
                  <c:v>151</c:v>
                </c:pt>
                <c:pt idx="270">
                  <c:v>148</c:v>
                </c:pt>
                <c:pt idx="271">
                  <c:v>184</c:v>
                </c:pt>
                <c:pt idx="272">
                  <c:v>204</c:v>
                </c:pt>
                <c:pt idx="273">
                  <c:v>215</c:v>
                </c:pt>
                <c:pt idx="274">
                  <c:v>198</c:v>
                </c:pt>
                <c:pt idx="275">
                  <c:v>199</c:v>
                </c:pt>
                <c:pt idx="276">
                  <c:v>188</c:v>
                </c:pt>
                <c:pt idx="277">
                  <c:v>197</c:v>
                </c:pt>
                <c:pt idx="278">
                  <c:v>192</c:v>
                </c:pt>
                <c:pt idx="279">
                  <c:v>200</c:v>
                </c:pt>
                <c:pt idx="280">
                  <c:v>192</c:v>
                </c:pt>
                <c:pt idx="281">
                  <c:v>172</c:v>
                </c:pt>
                <c:pt idx="282">
                  <c:v>160</c:v>
                </c:pt>
                <c:pt idx="283">
                  <c:v>168</c:v>
                </c:pt>
                <c:pt idx="284">
                  <c:v>171</c:v>
                </c:pt>
                <c:pt idx="285">
                  <c:v>154</c:v>
                </c:pt>
                <c:pt idx="286">
                  <c:v>146</c:v>
                </c:pt>
                <c:pt idx="287">
                  <c:v>166</c:v>
                </c:pt>
                <c:pt idx="288">
                  <c:v>134</c:v>
                </c:pt>
                <c:pt idx="289">
                  <c:v>149</c:v>
                </c:pt>
                <c:pt idx="290">
                  <c:v>132</c:v>
                </c:pt>
                <c:pt idx="291">
                  <c:v>131</c:v>
                </c:pt>
                <c:pt idx="292">
                  <c:v>104</c:v>
                </c:pt>
                <c:pt idx="293">
                  <c:v>105</c:v>
                </c:pt>
                <c:pt idx="294">
                  <c:v>105</c:v>
                </c:pt>
                <c:pt idx="295">
                  <c:v>90</c:v>
                </c:pt>
                <c:pt idx="296">
                  <c:v>101</c:v>
                </c:pt>
                <c:pt idx="297">
                  <c:v>92</c:v>
                </c:pt>
                <c:pt idx="298">
                  <c:v>68</c:v>
                </c:pt>
                <c:pt idx="299">
                  <c:v>75</c:v>
                </c:pt>
                <c:pt idx="300">
                  <c:v>73</c:v>
                </c:pt>
                <c:pt idx="301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AB-4909-BFFE-07E1E32EF433}"/>
            </c:ext>
          </c:extLst>
        </c:ser>
        <c:ser>
          <c:idx val="1"/>
          <c:order val="1"/>
          <c:tx>
            <c:strRef>
              <c:f>'Sticky Factor'!$C$1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3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AB-4909-BFFE-07E1E32EF433}"/>
                </c:ext>
              </c:extLst>
            </c:dLbl>
            <c:dLbl>
              <c:idx val="239"/>
              <c:layout>
                <c:manualLayout>
                  <c:x val="-7.012862590074713E-2"/>
                  <c:y val="-3.1718931306785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3AB-4909-BFFE-07E1E32EF4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'Sticky Factor'!$A:$A</c:f>
              <c:strCache>
                <c:ptCount val="303"/>
                <c:pt idx="0">
                  <c:v>02.07.2022</c:v>
                </c:pt>
                <c:pt idx="1">
                  <c:v>03.07.2022</c:v>
                </c:pt>
                <c:pt idx="2">
                  <c:v>04.07.2022</c:v>
                </c:pt>
                <c:pt idx="3">
                  <c:v>05.07.2022</c:v>
                </c:pt>
                <c:pt idx="4">
                  <c:v>06.07.2022</c:v>
                </c:pt>
                <c:pt idx="5">
                  <c:v>07.07.2022</c:v>
                </c:pt>
                <c:pt idx="6">
                  <c:v>08.07.2022</c:v>
                </c:pt>
                <c:pt idx="7">
                  <c:v>09.07.2022</c:v>
                </c:pt>
                <c:pt idx="8">
                  <c:v>10.07.2022</c:v>
                </c:pt>
                <c:pt idx="9">
                  <c:v>11.07.2022</c:v>
                </c:pt>
                <c:pt idx="10">
                  <c:v>12.07.2022</c:v>
                </c:pt>
                <c:pt idx="11">
                  <c:v>13.07.2022</c:v>
                </c:pt>
                <c:pt idx="12">
                  <c:v>14.07.2022</c:v>
                </c:pt>
                <c:pt idx="13">
                  <c:v>15.07.2022</c:v>
                </c:pt>
                <c:pt idx="14">
                  <c:v>16.07.2022</c:v>
                </c:pt>
                <c:pt idx="15">
                  <c:v>17.07.2022</c:v>
                </c:pt>
                <c:pt idx="16">
                  <c:v>18.07.2022</c:v>
                </c:pt>
                <c:pt idx="17">
                  <c:v>19.07.2022</c:v>
                </c:pt>
                <c:pt idx="18">
                  <c:v>20.07.2022</c:v>
                </c:pt>
                <c:pt idx="19">
                  <c:v>21.07.2022</c:v>
                </c:pt>
                <c:pt idx="20">
                  <c:v>22.07.2022</c:v>
                </c:pt>
                <c:pt idx="21">
                  <c:v>23.07.2022</c:v>
                </c:pt>
                <c:pt idx="22">
                  <c:v>24.07.2022</c:v>
                </c:pt>
                <c:pt idx="23">
                  <c:v>25.07.2022</c:v>
                </c:pt>
                <c:pt idx="24">
                  <c:v>26.07.2022</c:v>
                </c:pt>
                <c:pt idx="25">
                  <c:v>27.07.2022</c:v>
                </c:pt>
                <c:pt idx="26">
                  <c:v>28.07.2022</c:v>
                </c:pt>
                <c:pt idx="27">
                  <c:v>29.07.2022</c:v>
                </c:pt>
                <c:pt idx="28">
                  <c:v>30.07.2022</c:v>
                </c:pt>
                <c:pt idx="29">
                  <c:v>31.07.2022</c:v>
                </c:pt>
                <c:pt idx="30">
                  <c:v>01.08.2022</c:v>
                </c:pt>
                <c:pt idx="31">
                  <c:v>02.08.2022</c:v>
                </c:pt>
                <c:pt idx="32">
                  <c:v>03.08.2022</c:v>
                </c:pt>
                <c:pt idx="33">
                  <c:v>04.08.2022</c:v>
                </c:pt>
                <c:pt idx="34">
                  <c:v>05.08.2022</c:v>
                </c:pt>
                <c:pt idx="35">
                  <c:v>06.08.2022</c:v>
                </c:pt>
                <c:pt idx="36">
                  <c:v>07.08.2022</c:v>
                </c:pt>
                <c:pt idx="37">
                  <c:v>08.08.2022</c:v>
                </c:pt>
                <c:pt idx="38">
                  <c:v>09.08.2022</c:v>
                </c:pt>
                <c:pt idx="39">
                  <c:v>10.08.2022</c:v>
                </c:pt>
                <c:pt idx="40">
                  <c:v>11.08.2022</c:v>
                </c:pt>
                <c:pt idx="41">
                  <c:v>12.08.2022</c:v>
                </c:pt>
                <c:pt idx="42">
                  <c:v>13.08.2022</c:v>
                </c:pt>
                <c:pt idx="43">
                  <c:v>14.08.2022</c:v>
                </c:pt>
                <c:pt idx="44">
                  <c:v>15.08.2022</c:v>
                </c:pt>
                <c:pt idx="45">
                  <c:v>16.08.2022</c:v>
                </c:pt>
                <c:pt idx="46">
                  <c:v>17.08.2022</c:v>
                </c:pt>
                <c:pt idx="47">
                  <c:v>18.08.2022</c:v>
                </c:pt>
                <c:pt idx="48">
                  <c:v>19.08.2022</c:v>
                </c:pt>
                <c:pt idx="49">
                  <c:v>20.08.2022</c:v>
                </c:pt>
                <c:pt idx="50">
                  <c:v>21.08.2022</c:v>
                </c:pt>
                <c:pt idx="51">
                  <c:v>22.08.2022</c:v>
                </c:pt>
                <c:pt idx="52">
                  <c:v>23.08.2022</c:v>
                </c:pt>
                <c:pt idx="53">
                  <c:v>24.08.2022</c:v>
                </c:pt>
                <c:pt idx="54">
                  <c:v>25.08.2022</c:v>
                </c:pt>
                <c:pt idx="55">
                  <c:v>26.08.2022</c:v>
                </c:pt>
                <c:pt idx="56">
                  <c:v>27.08.2022</c:v>
                </c:pt>
                <c:pt idx="57">
                  <c:v>28.08.2022</c:v>
                </c:pt>
                <c:pt idx="58">
                  <c:v>29.08.2022</c:v>
                </c:pt>
                <c:pt idx="59">
                  <c:v>30.08.2022</c:v>
                </c:pt>
                <c:pt idx="60">
                  <c:v>31.08.2022</c:v>
                </c:pt>
                <c:pt idx="61">
                  <c:v>01.09.2022</c:v>
                </c:pt>
                <c:pt idx="62">
                  <c:v>02.09.2022</c:v>
                </c:pt>
                <c:pt idx="63">
                  <c:v>03.09.2022</c:v>
                </c:pt>
                <c:pt idx="64">
                  <c:v>04.09.2022</c:v>
                </c:pt>
                <c:pt idx="65">
                  <c:v>05.09.2022</c:v>
                </c:pt>
                <c:pt idx="66">
                  <c:v>06.09.2022</c:v>
                </c:pt>
                <c:pt idx="67">
                  <c:v>07.09.2022</c:v>
                </c:pt>
                <c:pt idx="68">
                  <c:v>08.09.2022</c:v>
                </c:pt>
                <c:pt idx="69">
                  <c:v>09.09.2022</c:v>
                </c:pt>
                <c:pt idx="70">
                  <c:v>10.09.2022</c:v>
                </c:pt>
                <c:pt idx="71">
                  <c:v>11.09.2022</c:v>
                </c:pt>
                <c:pt idx="72">
                  <c:v>12.09.2022</c:v>
                </c:pt>
                <c:pt idx="73">
                  <c:v>13.09.2022</c:v>
                </c:pt>
                <c:pt idx="74">
                  <c:v>14.09.2022</c:v>
                </c:pt>
                <c:pt idx="75">
                  <c:v>15.09.2022</c:v>
                </c:pt>
                <c:pt idx="76">
                  <c:v>16.09.2022</c:v>
                </c:pt>
                <c:pt idx="77">
                  <c:v>17.09.2022</c:v>
                </c:pt>
                <c:pt idx="78">
                  <c:v>18.09.2022</c:v>
                </c:pt>
                <c:pt idx="79">
                  <c:v>19.09.2022</c:v>
                </c:pt>
                <c:pt idx="80">
                  <c:v>20.09.2022</c:v>
                </c:pt>
                <c:pt idx="81">
                  <c:v>21.09.2022</c:v>
                </c:pt>
                <c:pt idx="82">
                  <c:v>22.09.2022</c:v>
                </c:pt>
                <c:pt idx="83">
                  <c:v>23.09.2022</c:v>
                </c:pt>
                <c:pt idx="84">
                  <c:v>24.09.2022</c:v>
                </c:pt>
                <c:pt idx="85">
                  <c:v>25.09.2022</c:v>
                </c:pt>
                <c:pt idx="86">
                  <c:v>26.09.2022</c:v>
                </c:pt>
                <c:pt idx="87">
                  <c:v>27.09.2022</c:v>
                </c:pt>
                <c:pt idx="88">
                  <c:v>28.09.2022</c:v>
                </c:pt>
                <c:pt idx="89">
                  <c:v>29.09.2022</c:v>
                </c:pt>
                <c:pt idx="90">
                  <c:v>30.09.2022</c:v>
                </c:pt>
                <c:pt idx="91">
                  <c:v>01.10.2022</c:v>
                </c:pt>
                <c:pt idx="92">
                  <c:v>02.10.2022</c:v>
                </c:pt>
                <c:pt idx="93">
                  <c:v>03.10.2022</c:v>
                </c:pt>
                <c:pt idx="94">
                  <c:v>04.10.2022</c:v>
                </c:pt>
                <c:pt idx="95">
                  <c:v>05.10.2022</c:v>
                </c:pt>
                <c:pt idx="96">
                  <c:v>06.10.2022</c:v>
                </c:pt>
                <c:pt idx="97">
                  <c:v>07.10.2022</c:v>
                </c:pt>
                <c:pt idx="98">
                  <c:v>08.10.2022</c:v>
                </c:pt>
                <c:pt idx="99">
                  <c:v>09.10.2022</c:v>
                </c:pt>
                <c:pt idx="100">
                  <c:v>10.10.2022</c:v>
                </c:pt>
                <c:pt idx="101">
                  <c:v>11.10.2022</c:v>
                </c:pt>
                <c:pt idx="102">
                  <c:v>12.10.2022</c:v>
                </c:pt>
                <c:pt idx="103">
                  <c:v>13.10.2022</c:v>
                </c:pt>
                <c:pt idx="104">
                  <c:v>14.10.2022</c:v>
                </c:pt>
                <c:pt idx="105">
                  <c:v>15.10.2022</c:v>
                </c:pt>
                <c:pt idx="106">
                  <c:v>16.10.2022</c:v>
                </c:pt>
                <c:pt idx="107">
                  <c:v>17.10.2022</c:v>
                </c:pt>
                <c:pt idx="108">
                  <c:v>18.10.2022</c:v>
                </c:pt>
                <c:pt idx="109">
                  <c:v>19.10.2022</c:v>
                </c:pt>
                <c:pt idx="110">
                  <c:v>20.10.2022</c:v>
                </c:pt>
                <c:pt idx="111">
                  <c:v>21.10.2022</c:v>
                </c:pt>
                <c:pt idx="112">
                  <c:v>22.10.2022</c:v>
                </c:pt>
                <c:pt idx="113">
                  <c:v>23.10.2022</c:v>
                </c:pt>
                <c:pt idx="114">
                  <c:v>24.10.2022</c:v>
                </c:pt>
                <c:pt idx="115">
                  <c:v>25.10.2022</c:v>
                </c:pt>
                <c:pt idx="116">
                  <c:v>26.10.2022</c:v>
                </c:pt>
                <c:pt idx="117">
                  <c:v>27.10.2022</c:v>
                </c:pt>
                <c:pt idx="118">
                  <c:v>28.10.2022</c:v>
                </c:pt>
                <c:pt idx="119">
                  <c:v>29.10.2022</c:v>
                </c:pt>
                <c:pt idx="120">
                  <c:v>30.10.2022</c:v>
                </c:pt>
                <c:pt idx="121">
                  <c:v>31.10.2022</c:v>
                </c:pt>
                <c:pt idx="122">
                  <c:v>01.11.2022</c:v>
                </c:pt>
                <c:pt idx="123">
                  <c:v>02.11.2022</c:v>
                </c:pt>
                <c:pt idx="124">
                  <c:v>03.11.2022</c:v>
                </c:pt>
                <c:pt idx="125">
                  <c:v>04.11.2022</c:v>
                </c:pt>
                <c:pt idx="126">
                  <c:v>05.11.2022</c:v>
                </c:pt>
                <c:pt idx="127">
                  <c:v>06.11.2022</c:v>
                </c:pt>
                <c:pt idx="128">
                  <c:v>07.11.2022</c:v>
                </c:pt>
                <c:pt idx="129">
                  <c:v>08.11.2022</c:v>
                </c:pt>
                <c:pt idx="130">
                  <c:v>09.11.2022</c:v>
                </c:pt>
                <c:pt idx="131">
                  <c:v>10.11.2022</c:v>
                </c:pt>
                <c:pt idx="132">
                  <c:v>11.11.2022</c:v>
                </c:pt>
                <c:pt idx="133">
                  <c:v>12.11.2022</c:v>
                </c:pt>
                <c:pt idx="134">
                  <c:v>13.11.2022</c:v>
                </c:pt>
                <c:pt idx="135">
                  <c:v>14.11.2022</c:v>
                </c:pt>
                <c:pt idx="136">
                  <c:v>15.11.2022</c:v>
                </c:pt>
                <c:pt idx="137">
                  <c:v>16.11.2022</c:v>
                </c:pt>
                <c:pt idx="138">
                  <c:v>17.11.2022</c:v>
                </c:pt>
                <c:pt idx="139">
                  <c:v>18.11.2022</c:v>
                </c:pt>
                <c:pt idx="140">
                  <c:v>19.11.2022</c:v>
                </c:pt>
                <c:pt idx="141">
                  <c:v>20.11.2022</c:v>
                </c:pt>
                <c:pt idx="142">
                  <c:v>21.11.2022</c:v>
                </c:pt>
                <c:pt idx="143">
                  <c:v>22.11.2022</c:v>
                </c:pt>
                <c:pt idx="144">
                  <c:v>23.11.2022</c:v>
                </c:pt>
                <c:pt idx="145">
                  <c:v>24.11.2022</c:v>
                </c:pt>
                <c:pt idx="146">
                  <c:v>25.11.2022</c:v>
                </c:pt>
                <c:pt idx="147">
                  <c:v>26.11.2022</c:v>
                </c:pt>
                <c:pt idx="148">
                  <c:v>27.11.2022</c:v>
                </c:pt>
                <c:pt idx="149">
                  <c:v>28.11.2022</c:v>
                </c:pt>
                <c:pt idx="150">
                  <c:v>29.11.2022</c:v>
                </c:pt>
                <c:pt idx="151">
                  <c:v>30.11.2022</c:v>
                </c:pt>
                <c:pt idx="152">
                  <c:v>01.12.2022</c:v>
                </c:pt>
                <c:pt idx="153">
                  <c:v>02.12.2022</c:v>
                </c:pt>
                <c:pt idx="154">
                  <c:v>03.12.2022</c:v>
                </c:pt>
                <c:pt idx="155">
                  <c:v>04.12.2022</c:v>
                </c:pt>
                <c:pt idx="156">
                  <c:v>05.12.2022</c:v>
                </c:pt>
                <c:pt idx="157">
                  <c:v>06.12.2022</c:v>
                </c:pt>
                <c:pt idx="158">
                  <c:v>07.12.2022</c:v>
                </c:pt>
                <c:pt idx="159">
                  <c:v>08.12.2022</c:v>
                </c:pt>
                <c:pt idx="160">
                  <c:v>09.12.2022</c:v>
                </c:pt>
                <c:pt idx="161">
                  <c:v>10.12.2022</c:v>
                </c:pt>
                <c:pt idx="162">
                  <c:v>11.12.2022</c:v>
                </c:pt>
                <c:pt idx="163">
                  <c:v>12.12.2022</c:v>
                </c:pt>
                <c:pt idx="164">
                  <c:v>13.12.2022</c:v>
                </c:pt>
                <c:pt idx="165">
                  <c:v>14.12.2022</c:v>
                </c:pt>
                <c:pt idx="166">
                  <c:v>15.12.2022</c:v>
                </c:pt>
                <c:pt idx="167">
                  <c:v>16.12.2022</c:v>
                </c:pt>
                <c:pt idx="168">
                  <c:v>17.12.2022</c:v>
                </c:pt>
                <c:pt idx="169">
                  <c:v>18.12.2022</c:v>
                </c:pt>
                <c:pt idx="170">
                  <c:v>19.12.2022</c:v>
                </c:pt>
                <c:pt idx="171">
                  <c:v>20.12.2022</c:v>
                </c:pt>
                <c:pt idx="172">
                  <c:v>21.12.2022</c:v>
                </c:pt>
                <c:pt idx="173">
                  <c:v>22.12.2022</c:v>
                </c:pt>
                <c:pt idx="174">
                  <c:v>23.12.2022</c:v>
                </c:pt>
                <c:pt idx="175">
                  <c:v>24.12.2022</c:v>
                </c:pt>
                <c:pt idx="176">
                  <c:v>25.12.2022</c:v>
                </c:pt>
                <c:pt idx="177">
                  <c:v>26.12.2022</c:v>
                </c:pt>
                <c:pt idx="178">
                  <c:v>27.12.2022</c:v>
                </c:pt>
                <c:pt idx="179">
                  <c:v>28.12.2022</c:v>
                </c:pt>
                <c:pt idx="180">
                  <c:v>29.12.2022</c:v>
                </c:pt>
                <c:pt idx="181">
                  <c:v>30.12.2022</c:v>
                </c:pt>
                <c:pt idx="182">
                  <c:v>31.12.2022</c:v>
                </c:pt>
                <c:pt idx="183">
                  <c:v>01.01.2023</c:v>
                </c:pt>
                <c:pt idx="184">
                  <c:v>02.01.2023</c:v>
                </c:pt>
                <c:pt idx="185">
                  <c:v>03.01.2023</c:v>
                </c:pt>
                <c:pt idx="186">
                  <c:v>04.01.2023</c:v>
                </c:pt>
                <c:pt idx="187">
                  <c:v>05.01.2023</c:v>
                </c:pt>
                <c:pt idx="188">
                  <c:v>06.01.2023</c:v>
                </c:pt>
                <c:pt idx="189">
                  <c:v>07.01.2023</c:v>
                </c:pt>
                <c:pt idx="190">
                  <c:v>08.01.2023</c:v>
                </c:pt>
                <c:pt idx="191">
                  <c:v>09.01.2023</c:v>
                </c:pt>
                <c:pt idx="192">
                  <c:v>10.01.2023</c:v>
                </c:pt>
                <c:pt idx="193">
                  <c:v>11.01.2023</c:v>
                </c:pt>
                <c:pt idx="194">
                  <c:v>12.01.2023</c:v>
                </c:pt>
                <c:pt idx="195">
                  <c:v>13.01.2023</c:v>
                </c:pt>
                <c:pt idx="196">
                  <c:v>14.01.2023</c:v>
                </c:pt>
                <c:pt idx="197">
                  <c:v>15.01.2023</c:v>
                </c:pt>
                <c:pt idx="198">
                  <c:v>16.01.2023</c:v>
                </c:pt>
                <c:pt idx="199">
                  <c:v>17.01.2023</c:v>
                </c:pt>
                <c:pt idx="200">
                  <c:v>18.01.2023</c:v>
                </c:pt>
                <c:pt idx="201">
                  <c:v>19.01.2023</c:v>
                </c:pt>
                <c:pt idx="202">
                  <c:v>20.01.2023</c:v>
                </c:pt>
                <c:pt idx="203">
                  <c:v>21.01.2023</c:v>
                </c:pt>
                <c:pt idx="204">
                  <c:v>22.01.2023</c:v>
                </c:pt>
                <c:pt idx="205">
                  <c:v>23.01.2023</c:v>
                </c:pt>
                <c:pt idx="206">
                  <c:v>24.01.2023</c:v>
                </c:pt>
                <c:pt idx="207">
                  <c:v>25.01.2023</c:v>
                </c:pt>
                <c:pt idx="208">
                  <c:v>26.01.2023</c:v>
                </c:pt>
                <c:pt idx="209">
                  <c:v>27.01.2023</c:v>
                </c:pt>
                <c:pt idx="210">
                  <c:v>28.01.2023</c:v>
                </c:pt>
                <c:pt idx="211">
                  <c:v>29.01.2023</c:v>
                </c:pt>
                <c:pt idx="212">
                  <c:v>30.01.2023</c:v>
                </c:pt>
                <c:pt idx="213">
                  <c:v>31.01.2023</c:v>
                </c:pt>
                <c:pt idx="214">
                  <c:v>01.02.2023</c:v>
                </c:pt>
                <c:pt idx="215">
                  <c:v>02.02.2023</c:v>
                </c:pt>
                <c:pt idx="216">
                  <c:v>03.02.2023</c:v>
                </c:pt>
                <c:pt idx="217">
                  <c:v>04.02.2023</c:v>
                </c:pt>
                <c:pt idx="218">
                  <c:v>05.02.2023</c:v>
                </c:pt>
                <c:pt idx="219">
                  <c:v>06.02.2023</c:v>
                </c:pt>
                <c:pt idx="220">
                  <c:v>07.02.2023</c:v>
                </c:pt>
                <c:pt idx="221">
                  <c:v>08.02.2023</c:v>
                </c:pt>
                <c:pt idx="222">
                  <c:v>09.02.2023</c:v>
                </c:pt>
                <c:pt idx="223">
                  <c:v>10.02.2023</c:v>
                </c:pt>
                <c:pt idx="224">
                  <c:v>11.02.2023</c:v>
                </c:pt>
                <c:pt idx="225">
                  <c:v>12.02.2023</c:v>
                </c:pt>
                <c:pt idx="226">
                  <c:v>13.02.2023</c:v>
                </c:pt>
                <c:pt idx="227">
                  <c:v>14.02.2023</c:v>
                </c:pt>
                <c:pt idx="228">
                  <c:v>15.02.2023</c:v>
                </c:pt>
                <c:pt idx="229">
                  <c:v>16.02.2023</c:v>
                </c:pt>
                <c:pt idx="230">
                  <c:v>17.02.2023</c:v>
                </c:pt>
                <c:pt idx="231">
                  <c:v>18.02.2023</c:v>
                </c:pt>
                <c:pt idx="232">
                  <c:v>19.02.2023</c:v>
                </c:pt>
                <c:pt idx="233">
                  <c:v>20.02.2023</c:v>
                </c:pt>
                <c:pt idx="234">
                  <c:v>21.02.2023</c:v>
                </c:pt>
                <c:pt idx="235">
                  <c:v>22.02.2023</c:v>
                </c:pt>
                <c:pt idx="236">
                  <c:v>23.02.2023</c:v>
                </c:pt>
                <c:pt idx="237">
                  <c:v>24.02.2023</c:v>
                </c:pt>
                <c:pt idx="238">
                  <c:v>25.02.2023</c:v>
                </c:pt>
                <c:pt idx="239">
                  <c:v>26.02.2023</c:v>
                </c:pt>
                <c:pt idx="240">
                  <c:v>27.02.2023</c:v>
                </c:pt>
                <c:pt idx="241">
                  <c:v>28.02.2023</c:v>
                </c:pt>
                <c:pt idx="242">
                  <c:v>01.03.2023</c:v>
                </c:pt>
                <c:pt idx="243">
                  <c:v>02.03.2023</c:v>
                </c:pt>
                <c:pt idx="244">
                  <c:v>03.03.2023</c:v>
                </c:pt>
                <c:pt idx="245">
                  <c:v>04.03.2023</c:v>
                </c:pt>
                <c:pt idx="246">
                  <c:v>05.03.2023</c:v>
                </c:pt>
                <c:pt idx="247">
                  <c:v>06.03.2023</c:v>
                </c:pt>
                <c:pt idx="248">
                  <c:v>07.03.2023</c:v>
                </c:pt>
                <c:pt idx="249">
                  <c:v>08.03.2023</c:v>
                </c:pt>
                <c:pt idx="250">
                  <c:v>09.03.2023</c:v>
                </c:pt>
                <c:pt idx="251">
                  <c:v>10.03.2023</c:v>
                </c:pt>
                <c:pt idx="252">
                  <c:v>11.03.2023</c:v>
                </c:pt>
                <c:pt idx="253">
                  <c:v>12.03.2023</c:v>
                </c:pt>
                <c:pt idx="254">
                  <c:v>13.03.2023</c:v>
                </c:pt>
                <c:pt idx="255">
                  <c:v>14.03.2023</c:v>
                </c:pt>
                <c:pt idx="256">
                  <c:v>15.03.2023</c:v>
                </c:pt>
                <c:pt idx="257">
                  <c:v>16.03.2023</c:v>
                </c:pt>
                <c:pt idx="258">
                  <c:v>17.03.2023</c:v>
                </c:pt>
                <c:pt idx="259">
                  <c:v>18.03.2023</c:v>
                </c:pt>
                <c:pt idx="260">
                  <c:v>19.03.2023</c:v>
                </c:pt>
                <c:pt idx="261">
                  <c:v>20.03.2023</c:v>
                </c:pt>
                <c:pt idx="262">
                  <c:v>21.03.2023</c:v>
                </c:pt>
                <c:pt idx="263">
                  <c:v>22.03.2023</c:v>
                </c:pt>
                <c:pt idx="264">
                  <c:v>23.03.2023</c:v>
                </c:pt>
                <c:pt idx="265">
                  <c:v>24.03.2023</c:v>
                </c:pt>
                <c:pt idx="266">
                  <c:v>25.03.2023</c:v>
                </c:pt>
                <c:pt idx="267">
                  <c:v>26.03.2023</c:v>
                </c:pt>
                <c:pt idx="268">
                  <c:v>27.03.2023</c:v>
                </c:pt>
                <c:pt idx="269">
                  <c:v>28.03.2023</c:v>
                </c:pt>
                <c:pt idx="270">
                  <c:v>29.03.2023</c:v>
                </c:pt>
                <c:pt idx="271">
                  <c:v>30.03.2023</c:v>
                </c:pt>
                <c:pt idx="272">
                  <c:v>31.03.2023</c:v>
                </c:pt>
                <c:pt idx="273">
                  <c:v>01.04.2023</c:v>
                </c:pt>
                <c:pt idx="274">
                  <c:v>02.04.2023</c:v>
                </c:pt>
                <c:pt idx="275">
                  <c:v>03.04.2023</c:v>
                </c:pt>
                <c:pt idx="276">
                  <c:v>04.04.2023</c:v>
                </c:pt>
                <c:pt idx="277">
                  <c:v>05.04.2023</c:v>
                </c:pt>
                <c:pt idx="278">
                  <c:v>06.04.2023</c:v>
                </c:pt>
                <c:pt idx="279">
                  <c:v>07.04.2023</c:v>
                </c:pt>
                <c:pt idx="280">
                  <c:v>08.04.2023</c:v>
                </c:pt>
                <c:pt idx="281">
                  <c:v>09.04.2023</c:v>
                </c:pt>
                <c:pt idx="282">
                  <c:v>10.04.2023</c:v>
                </c:pt>
                <c:pt idx="283">
                  <c:v>11.04.2023</c:v>
                </c:pt>
                <c:pt idx="284">
                  <c:v>12.04.2023</c:v>
                </c:pt>
                <c:pt idx="285">
                  <c:v>13.04.2023</c:v>
                </c:pt>
                <c:pt idx="286">
                  <c:v>14.04.2023</c:v>
                </c:pt>
                <c:pt idx="287">
                  <c:v>15.04.2023</c:v>
                </c:pt>
                <c:pt idx="288">
                  <c:v>16.04.2023</c:v>
                </c:pt>
                <c:pt idx="289">
                  <c:v>17.04.2023</c:v>
                </c:pt>
                <c:pt idx="290">
                  <c:v>18.04.2023</c:v>
                </c:pt>
                <c:pt idx="291">
                  <c:v>19.04.2023</c:v>
                </c:pt>
                <c:pt idx="292">
                  <c:v>20.04.2023</c:v>
                </c:pt>
                <c:pt idx="293">
                  <c:v>21.04.2023</c:v>
                </c:pt>
                <c:pt idx="294">
                  <c:v>22.04.2023</c:v>
                </c:pt>
                <c:pt idx="295">
                  <c:v>23.04.2023</c:v>
                </c:pt>
                <c:pt idx="296">
                  <c:v>24.04.2023</c:v>
                </c:pt>
                <c:pt idx="297">
                  <c:v>25.04.2023</c:v>
                </c:pt>
                <c:pt idx="298">
                  <c:v>26.04.2023</c:v>
                </c:pt>
                <c:pt idx="299">
                  <c:v>27.04.2023</c:v>
                </c:pt>
                <c:pt idx="300">
                  <c:v>28.04.2023</c:v>
                </c:pt>
                <c:pt idx="301">
                  <c:v>29.04.2023</c:v>
                </c:pt>
                <c:pt idx="302">
                  <c:v>30.04.2023</c:v>
                </c:pt>
              </c:strCache>
            </c:strRef>
          </c:cat>
          <c:val>
            <c:numRef>
              <c:f>'Sticky Factor'!$C$2:$C$304</c:f>
              <c:numCache>
                <c:formatCode>General</c:formatCode>
                <c:ptCount val="302"/>
                <c:pt idx="0">
                  <c:v>6</c:v>
                </c:pt>
                <c:pt idx="1">
                  <c:v>59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92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133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183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202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193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201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206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192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196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205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213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208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207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204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201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213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214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203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202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167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157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156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153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141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190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233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272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295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346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340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347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384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611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712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772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656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661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699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614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545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422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AB-4909-BFFE-07E1E32EF433}"/>
            </c:ext>
          </c:extLst>
        </c:ser>
        <c:ser>
          <c:idx val="2"/>
          <c:order val="2"/>
          <c:tx>
            <c:strRef>
              <c:f>'Sticky Factor'!$D$1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40"/>
              <c:layout>
                <c:manualLayout>
                  <c:x val="-7.4024660673011E-2"/>
                  <c:y val="-4.75783969601775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AB-4909-BFFE-07E1E32EF433}"/>
                </c:ext>
              </c:extLst>
            </c:dLbl>
            <c:dLbl>
              <c:idx val="244"/>
              <c:layout>
                <c:manualLayout>
                  <c:x val="-6.6232591128483398E-2"/>
                  <c:y val="-2.22032519147495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3AB-4909-BFFE-07E1E32EF4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'Sticky Factor'!$A:$A</c:f>
              <c:strCache>
                <c:ptCount val="303"/>
                <c:pt idx="0">
                  <c:v>02.07.2022</c:v>
                </c:pt>
                <c:pt idx="1">
                  <c:v>03.07.2022</c:v>
                </c:pt>
                <c:pt idx="2">
                  <c:v>04.07.2022</c:v>
                </c:pt>
                <c:pt idx="3">
                  <c:v>05.07.2022</c:v>
                </c:pt>
                <c:pt idx="4">
                  <c:v>06.07.2022</c:v>
                </c:pt>
                <c:pt idx="5">
                  <c:v>07.07.2022</c:v>
                </c:pt>
                <c:pt idx="6">
                  <c:v>08.07.2022</c:v>
                </c:pt>
                <c:pt idx="7">
                  <c:v>09.07.2022</c:v>
                </c:pt>
                <c:pt idx="8">
                  <c:v>10.07.2022</c:v>
                </c:pt>
                <c:pt idx="9">
                  <c:v>11.07.2022</c:v>
                </c:pt>
                <c:pt idx="10">
                  <c:v>12.07.2022</c:v>
                </c:pt>
                <c:pt idx="11">
                  <c:v>13.07.2022</c:v>
                </c:pt>
                <c:pt idx="12">
                  <c:v>14.07.2022</c:v>
                </c:pt>
                <c:pt idx="13">
                  <c:v>15.07.2022</c:v>
                </c:pt>
                <c:pt idx="14">
                  <c:v>16.07.2022</c:v>
                </c:pt>
                <c:pt idx="15">
                  <c:v>17.07.2022</c:v>
                </c:pt>
                <c:pt idx="16">
                  <c:v>18.07.2022</c:v>
                </c:pt>
                <c:pt idx="17">
                  <c:v>19.07.2022</c:v>
                </c:pt>
                <c:pt idx="18">
                  <c:v>20.07.2022</c:v>
                </c:pt>
                <c:pt idx="19">
                  <c:v>21.07.2022</c:v>
                </c:pt>
                <c:pt idx="20">
                  <c:v>22.07.2022</c:v>
                </c:pt>
                <c:pt idx="21">
                  <c:v>23.07.2022</c:v>
                </c:pt>
                <c:pt idx="22">
                  <c:v>24.07.2022</c:v>
                </c:pt>
                <c:pt idx="23">
                  <c:v>25.07.2022</c:v>
                </c:pt>
                <c:pt idx="24">
                  <c:v>26.07.2022</c:v>
                </c:pt>
                <c:pt idx="25">
                  <c:v>27.07.2022</c:v>
                </c:pt>
                <c:pt idx="26">
                  <c:v>28.07.2022</c:v>
                </c:pt>
                <c:pt idx="27">
                  <c:v>29.07.2022</c:v>
                </c:pt>
                <c:pt idx="28">
                  <c:v>30.07.2022</c:v>
                </c:pt>
                <c:pt idx="29">
                  <c:v>31.07.2022</c:v>
                </c:pt>
                <c:pt idx="30">
                  <c:v>01.08.2022</c:v>
                </c:pt>
                <c:pt idx="31">
                  <c:v>02.08.2022</c:v>
                </c:pt>
                <c:pt idx="32">
                  <c:v>03.08.2022</c:v>
                </c:pt>
                <c:pt idx="33">
                  <c:v>04.08.2022</c:v>
                </c:pt>
                <c:pt idx="34">
                  <c:v>05.08.2022</c:v>
                </c:pt>
                <c:pt idx="35">
                  <c:v>06.08.2022</c:v>
                </c:pt>
                <c:pt idx="36">
                  <c:v>07.08.2022</c:v>
                </c:pt>
                <c:pt idx="37">
                  <c:v>08.08.2022</c:v>
                </c:pt>
                <c:pt idx="38">
                  <c:v>09.08.2022</c:v>
                </c:pt>
                <c:pt idx="39">
                  <c:v>10.08.2022</c:v>
                </c:pt>
                <c:pt idx="40">
                  <c:v>11.08.2022</c:v>
                </c:pt>
                <c:pt idx="41">
                  <c:v>12.08.2022</c:v>
                </c:pt>
                <c:pt idx="42">
                  <c:v>13.08.2022</c:v>
                </c:pt>
                <c:pt idx="43">
                  <c:v>14.08.2022</c:v>
                </c:pt>
                <c:pt idx="44">
                  <c:v>15.08.2022</c:v>
                </c:pt>
                <c:pt idx="45">
                  <c:v>16.08.2022</c:v>
                </c:pt>
                <c:pt idx="46">
                  <c:v>17.08.2022</c:v>
                </c:pt>
                <c:pt idx="47">
                  <c:v>18.08.2022</c:v>
                </c:pt>
                <c:pt idx="48">
                  <c:v>19.08.2022</c:v>
                </c:pt>
                <c:pt idx="49">
                  <c:v>20.08.2022</c:v>
                </c:pt>
                <c:pt idx="50">
                  <c:v>21.08.2022</c:v>
                </c:pt>
                <c:pt idx="51">
                  <c:v>22.08.2022</c:v>
                </c:pt>
                <c:pt idx="52">
                  <c:v>23.08.2022</c:v>
                </c:pt>
                <c:pt idx="53">
                  <c:v>24.08.2022</c:v>
                </c:pt>
                <c:pt idx="54">
                  <c:v>25.08.2022</c:v>
                </c:pt>
                <c:pt idx="55">
                  <c:v>26.08.2022</c:v>
                </c:pt>
                <c:pt idx="56">
                  <c:v>27.08.2022</c:v>
                </c:pt>
                <c:pt idx="57">
                  <c:v>28.08.2022</c:v>
                </c:pt>
                <c:pt idx="58">
                  <c:v>29.08.2022</c:v>
                </c:pt>
                <c:pt idx="59">
                  <c:v>30.08.2022</c:v>
                </c:pt>
                <c:pt idx="60">
                  <c:v>31.08.2022</c:v>
                </c:pt>
                <c:pt idx="61">
                  <c:v>01.09.2022</c:v>
                </c:pt>
                <c:pt idx="62">
                  <c:v>02.09.2022</c:v>
                </c:pt>
                <c:pt idx="63">
                  <c:v>03.09.2022</c:v>
                </c:pt>
                <c:pt idx="64">
                  <c:v>04.09.2022</c:v>
                </c:pt>
                <c:pt idx="65">
                  <c:v>05.09.2022</c:v>
                </c:pt>
                <c:pt idx="66">
                  <c:v>06.09.2022</c:v>
                </c:pt>
                <c:pt idx="67">
                  <c:v>07.09.2022</c:v>
                </c:pt>
                <c:pt idx="68">
                  <c:v>08.09.2022</c:v>
                </c:pt>
                <c:pt idx="69">
                  <c:v>09.09.2022</c:v>
                </c:pt>
                <c:pt idx="70">
                  <c:v>10.09.2022</c:v>
                </c:pt>
                <c:pt idx="71">
                  <c:v>11.09.2022</c:v>
                </c:pt>
                <c:pt idx="72">
                  <c:v>12.09.2022</c:v>
                </c:pt>
                <c:pt idx="73">
                  <c:v>13.09.2022</c:v>
                </c:pt>
                <c:pt idx="74">
                  <c:v>14.09.2022</c:v>
                </c:pt>
                <c:pt idx="75">
                  <c:v>15.09.2022</c:v>
                </c:pt>
                <c:pt idx="76">
                  <c:v>16.09.2022</c:v>
                </c:pt>
                <c:pt idx="77">
                  <c:v>17.09.2022</c:v>
                </c:pt>
                <c:pt idx="78">
                  <c:v>18.09.2022</c:v>
                </c:pt>
                <c:pt idx="79">
                  <c:v>19.09.2022</c:v>
                </c:pt>
                <c:pt idx="80">
                  <c:v>20.09.2022</c:v>
                </c:pt>
                <c:pt idx="81">
                  <c:v>21.09.2022</c:v>
                </c:pt>
                <c:pt idx="82">
                  <c:v>22.09.2022</c:v>
                </c:pt>
                <c:pt idx="83">
                  <c:v>23.09.2022</c:v>
                </c:pt>
                <c:pt idx="84">
                  <c:v>24.09.2022</c:v>
                </c:pt>
                <c:pt idx="85">
                  <c:v>25.09.2022</c:v>
                </c:pt>
                <c:pt idx="86">
                  <c:v>26.09.2022</c:v>
                </c:pt>
                <c:pt idx="87">
                  <c:v>27.09.2022</c:v>
                </c:pt>
                <c:pt idx="88">
                  <c:v>28.09.2022</c:v>
                </c:pt>
                <c:pt idx="89">
                  <c:v>29.09.2022</c:v>
                </c:pt>
                <c:pt idx="90">
                  <c:v>30.09.2022</c:v>
                </c:pt>
                <c:pt idx="91">
                  <c:v>01.10.2022</c:v>
                </c:pt>
                <c:pt idx="92">
                  <c:v>02.10.2022</c:v>
                </c:pt>
                <c:pt idx="93">
                  <c:v>03.10.2022</c:v>
                </c:pt>
                <c:pt idx="94">
                  <c:v>04.10.2022</c:v>
                </c:pt>
                <c:pt idx="95">
                  <c:v>05.10.2022</c:v>
                </c:pt>
                <c:pt idx="96">
                  <c:v>06.10.2022</c:v>
                </c:pt>
                <c:pt idx="97">
                  <c:v>07.10.2022</c:v>
                </c:pt>
                <c:pt idx="98">
                  <c:v>08.10.2022</c:v>
                </c:pt>
                <c:pt idx="99">
                  <c:v>09.10.2022</c:v>
                </c:pt>
                <c:pt idx="100">
                  <c:v>10.10.2022</c:v>
                </c:pt>
                <c:pt idx="101">
                  <c:v>11.10.2022</c:v>
                </c:pt>
                <c:pt idx="102">
                  <c:v>12.10.2022</c:v>
                </c:pt>
                <c:pt idx="103">
                  <c:v>13.10.2022</c:v>
                </c:pt>
                <c:pt idx="104">
                  <c:v>14.10.2022</c:v>
                </c:pt>
                <c:pt idx="105">
                  <c:v>15.10.2022</c:v>
                </c:pt>
                <c:pt idx="106">
                  <c:v>16.10.2022</c:v>
                </c:pt>
                <c:pt idx="107">
                  <c:v>17.10.2022</c:v>
                </c:pt>
                <c:pt idx="108">
                  <c:v>18.10.2022</c:v>
                </c:pt>
                <c:pt idx="109">
                  <c:v>19.10.2022</c:v>
                </c:pt>
                <c:pt idx="110">
                  <c:v>20.10.2022</c:v>
                </c:pt>
                <c:pt idx="111">
                  <c:v>21.10.2022</c:v>
                </c:pt>
                <c:pt idx="112">
                  <c:v>22.10.2022</c:v>
                </c:pt>
                <c:pt idx="113">
                  <c:v>23.10.2022</c:v>
                </c:pt>
                <c:pt idx="114">
                  <c:v>24.10.2022</c:v>
                </c:pt>
                <c:pt idx="115">
                  <c:v>25.10.2022</c:v>
                </c:pt>
                <c:pt idx="116">
                  <c:v>26.10.2022</c:v>
                </c:pt>
                <c:pt idx="117">
                  <c:v>27.10.2022</c:v>
                </c:pt>
                <c:pt idx="118">
                  <c:v>28.10.2022</c:v>
                </c:pt>
                <c:pt idx="119">
                  <c:v>29.10.2022</c:v>
                </c:pt>
                <c:pt idx="120">
                  <c:v>30.10.2022</c:v>
                </c:pt>
                <c:pt idx="121">
                  <c:v>31.10.2022</c:v>
                </c:pt>
                <c:pt idx="122">
                  <c:v>01.11.2022</c:v>
                </c:pt>
                <c:pt idx="123">
                  <c:v>02.11.2022</c:v>
                </c:pt>
                <c:pt idx="124">
                  <c:v>03.11.2022</c:v>
                </c:pt>
                <c:pt idx="125">
                  <c:v>04.11.2022</c:v>
                </c:pt>
                <c:pt idx="126">
                  <c:v>05.11.2022</c:v>
                </c:pt>
                <c:pt idx="127">
                  <c:v>06.11.2022</c:v>
                </c:pt>
                <c:pt idx="128">
                  <c:v>07.11.2022</c:v>
                </c:pt>
                <c:pt idx="129">
                  <c:v>08.11.2022</c:v>
                </c:pt>
                <c:pt idx="130">
                  <c:v>09.11.2022</c:v>
                </c:pt>
                <c:pt idx="131">
                  <c:v>10.11.2022</c:v>
                </c:pt>
                <c:pt idx="132">
                  <c:v>11.11.2022</c:v>
                </c:pt>
                <c:pt idx="133">
                  <c:v>12.11.2022</c:v>
                </c:pt>
                <c:pt idx="134">
                  <c:v>13.11.2022</c:v>
                </c:pt>
                <c:pt idx="135">
                  <c:v>14.11.2022</c:v>
                </c:pt>
                <c:pt idx="136">
                  <c:v>15.11.2022</c:v>
                </c:pt>
                <c:pt idx="137">
                  <c:v>16.11.2022</c:v>
                </c:pt>
                <c:pt idx="138">
                  <c:v>17.11.2022</c:v>
                </c:pt>
                <c:pt idx="139">
                  <c:v>18.11.2022</c:v>
                </c:pt>
                <c:pt idx="140">
                  <c:v>19.11.2022</c:v>
                </c:pt>
                <c:pt idx="141">
                  <c:v>20.11.2022</c:v>
                </c:pt>
                <c:pt idx="142">
                  <c:v>21.11.2022</c:v>
                </c:pt>
                <c:pt idx="143">
                  <c:v>22.11.2022</c:v>
                </c:pt>
                <c:pt idx="144">
                  <c:v>23.11.2022</c:v>
                </c:pt>
                <c:pt idx="145">
                  <c:v>24.11.2022</c:v>
                </c:pt>
                <c:pt idx="146">
                  <c:v>25.11.2022</c:v>
                </c:pt>
                <c:pt idx="147">
                  <c:v>26.11.2022</c:v>
                </c:pt>
                <c:pt idx="148">
                  <c:v>27.11.2022</c:v>
                </c:pt>
                <c:pt idx="149">
                  <c:v>28.11.2022</c:v>
                </c:pt>
                <c:pt idx="150">
                  <c:v>29.11.2022</c:v>
                </c:pt>
                <c:pt idx="151">
                  <c:v>30.11.2022</c:v>
                </c:pt>
                <c:pt idx="152">
                  <c:v>01.12.2022</c:v>
                </c:pt>
                <c:pt idx="153">
                  <c:v>02.12.2022</c:v>
                </c:pt>
                <c:pt idx="154">
                  <c:v>03.12.2022</c:v>
                </c:pt>
                <c:pt idx="155">
                  <c:v>04.12.2022</c:v>
                </c:pt>
                <c:pt idx="156">
                  <c:v>05.12.2022</c:v>
                </c:pt>
                <c:pt idx="157">
                  <c:v>06.12.2022</c:v>
                </c:pt>
                <c:pt idx="158">
                  <c:v>07.12.2022</c:v>
                </c:pt>
                <c:pt idx="159">
                  <c:v>08.12.2022</c:v>
                </c:pt>
                <c:pt idx="160">
                  <c:v>09.12.2022</c:v>
                </c:pt>
                <c:pt idx="161">
                  <c:v>10.12.2022</c:v>
                </c:pt>
                <c:pt idx="162">
                  <c:v>11.12.2022</c:v>
                </c:pt>
                <c:pt idx="163">
                  <c:v>12.12.2022</c:v>
                </c:pt>
                <c:pt idx="164">
                  <c:v>13.12.2022</c:v>
                </c:pt>
                <c:pt idx="165">
                  <c:v>14.12.2022</c:v>
                </c:pt>
                <c:pt idx="166">
                  <c:v>15.12.2022</c:v>
                </c:pt>
                <c:pt idx="167">
                  <c:v>16.12.2022</c:v>
                </c:pt>
                <c:pt idx="168">
                  <c:v>17.12.2022</c:v>
                </c:pt>
                <c:pt idx="169">
                  <c:v>18.12.2022</c:v>
                </c:pt>
                <c:pt idx="170">
                  <c:v>19.12.2022</c:v>
                </c:pt>
                <c:pt idx="171">
                  <c:v>20.12.2022</c:v>
                </c:pt>
                <c:pt idx="172">
                  <c:v>21.12.2022</c:v>
                </c:pt>
                <c:pt idx="173">
                  <c:v>22.12.2022</c:v>
                </c:pt>
                <c:pt idx="174">
                  <c:v>23.12.2022</c:v>
                </c:pt>
                <c:pt idx="175">
                  <c:v>24.12.2022</c:v>
                </c:pt>
                <c:pt idx="176">
                  <c:v>25.12.2022</c:v>
                </c:pt>
                <c:pt idx="177">
                  <c:v>26.12.2022</c:v>
                </c:pt>
                <c:pt idx="178">
                  <c:v>27.12.2022</c:v>
                </c:pt>
                <c:pt idx="179">
                  <c:v>28.12.2022</c:v>
                </c:pt>
                <c:pt idx="180">
                  <c:v>29.12.2022</c:v>
                </c:pt>
                <c:pt idx="181">
                  <c:v>30.12.2022</c:v>
                </c:pt>
                <c:pt idx="182">
                  <c:v>31.12.2022</c:v>
                </c:pt>
                <c:pt idx="183">
                  <c:v>01.01.2023</c:v>
                </c:pt>
                <c:pt idx="184">
                  <c:v>02.01.2023</c:v>
                </c:pt>
                <c:pt idx="185">
                  <c:v>03.01.2023</c:v>
                </c:pt>
                <c:pt idx="186">
                  <c:v>04.01.2023</c:v>
                </c:pt>
                <c:pt idx="187">
                  <c:v>05.01.2023</c:v>
                </c:pt>
                <c:pt idx="188">
                  <c:v>06.01.2023</c:v>
                </c:pt>
                <c:pt idx="189">
                  <c:v>07.01.2023</c:v>
                </c:pt>
                <c:pt idx="190">
                  <c:v>08.01.2023</c:v>
                </c:pt>
                <c:pt idx="191">
                  <c:v>09.01.2023</c:v>
                </c:pt>
                <c:pt idx="192">
                  <c:v>10.01.2023</c:v>
                </c:pt>
                <c:pt idx="193">
                  <c:v>11.01.2023</c:v>
                </c:pt>
                <c:pt idx="194">
                  <c:v>12.01.2023</c:v>
                </c:pt>
                <c:pt idx="195">
                  <c:v>13.01.2023</c:v>
                </c:pt>
                <c:pt idx="196">
                  <c:v>14.01.2023</c:v>
                </c:pt>
                <c:pt idx="197">
                  <c:v>15.01.2023</c:v>
                </c:pt>
                <c:pt idx="198">
                  <c:v>16.01.2023</c:v>
                </c:pt>
                <c:pt idx="199">
                  <c:v>17.01.2023</c:v>
                </c:pt>
                <c:pt idx="200">
                  <c:v>18.01.2023</c:v>
                </c:pt>
                <c:pt idx="201">
                  <c:v>19.01.2023</c:v>
                </c:pt>
                <c:pt idx="202">
                  <c:v>20.01.2023</c:v>
                </c:pt>
                <c:pt idx="203">
                  <c:v>21.01.2023</c:v>
                </c:pt>
                <c:pt idx="204">
                  <c:v>22.01.2023</c:v>
                </c:pt>
                <c:pt idx="205">
                  <c:v>23.01.2023</c:v>
                </c:pt>
                <c:pt idx="206">
                  <c:v>24.01.2023</c:v>
                </c:pt>
                <c:pt idx="207">
                  <c:v>25.01.2023</c:v>
                </c:pt>
                <c:pt idx="208">
                  <c:v>26.01.2023</c:v>
                </c:pt>
                <c:pt idx="209">
                  <c:v>27.01.2023</c:v>
                </c:pt>
                <c:pt idx="210">
                  <c:v>28.01.2023</c:v>
                </c:pt>
                <c:pt idx="211">
                  <c:v>29.01.2023</c:v>
                </c:pt>
                <c:pt idx="212">
                  <c:v>30.01.2023</c:v>
                </c:pt>
                <c:pt idx="213">
                  <c:v>31.01.2023</c:v>
                </c:pt>
                <c:pt idx="214">
                  <c:v>01.02.2023</c:v>
                </c:pt>
                <c:pt idx="215">
                  <c:v>02.02.2023</c:v>
                </c:pt>
                <c:pt idx="216">
                  <c:v>03.02.2023</c:v>
                </c:pt>
                <c:pt idx="217">
                  <c:v>04.02.2023</c:v>
                </c:pt>
                <c:pt idx="218">
                  <c:v>05.02.2023</c:v>
                </c:pt>
                <c:pt idx="219">
                  <c:v>06.02.2023</c:v>
                </c:pt>
                <c:pt idx="220">
                  <c:v>07.02.2023</c:v>
                </c:pt>
                <c:pt idx="221">
                  <c:v>08.02.2023</c:v>
                </c:pt>
                <c:pt idx="222">
                  <c:v>09.02.2023</c:v>
                </c:pt>
                <c:pt idx="223">
                  <c:v>10.02.2023</c:v>
                </c:pt>
                <c:pt idx="224">
                  <c:v>11.02.2023</c:v>
                </c:pt>
                <c:pt idx="225">
                  <c:v>12.02.2023</c:v>
                </c:pt>
                <c:pt idx="226">
                  <c:v>13.02.2023</c:v>
                </c:pt>
                <c:pt idx="227">
                  <c:v>14.02.2023</c:v>
                </c:pt>
                <c:pt idx="228">
                  <c:v>15.02.2023</c:v>
                </c:pt>
                <c:pt idx="229">
                  <c:v>16.02.2023</c:v>
                </c:pt>
                <c:pt idx="230">
                  <c:v>17.02.2023</c:v>
                </c:pt>
                <c:pt idx="231">
                  <c:v>18.02.2023</c:v>
                </c:pt>
                <c:pt idx="232">
                  <c:v>19.02.2023</c:v>
                </c:pt>
                <c:pt idx="233">
                  <c:v>20.02.2023</c:v>
                </c:pt>
                <c:pt idx="234">
                  <c:v>21.02.2023</c:v>
                </c:pt>
                <c:pt idx="235">
                  <c:v>22.02.2023</c:v>
                </c:pt>
                <c:pt idx="236">
                  <c:v>23.02.2023</c:v>
                </c:pt>
                <c:pt idx="237">
                  <c:v>24.02.2023</c:v>
                </c:pt>
                <c:pt idx="238">
                  <c:v>25.02.2023</c:v>
                </c:pt>
                <c:pt idx="239">
                  <c:v>26.02.2023</c:v>
                </c:pt>
                <c:pt idx="240">
                  <c:v>27.02.2023</c:v>
                </c:pt>
                <c:pt idx="241">
                  <c:v>28.02.2023</c:v>
                </c:pt>
                <c:pt idx="242">
                  <c:v>01.03.2023</c:v>
                </c:pt>
                <c:pt idx="243">
                  <c:v>02.03.2023</c:v>
                </c:pt>
                <c:pt idx="244">
                  <c:v>03.03.2023</c:v>
                </c:pt>
                <c:pt idx="245">
                  <c:v>04.03.2023</c:v>
                </c:pt>
                <c:pt idx="246">
                  <c:v>05.03.2023</c:v>
                </c:pt>
                <c:pt idx="247">
                  <c:v>06.03.2023</c:v>
                </c:pt>
                <c:pt idx="248">
                  <c:v>07.03.2023</c:v>
                </c:pt>
                <c:pt idx="249">
                  <c:v>08.03.2023</c:v>
                </c:pt>
                <c:pt idx="250">
                  <c:v>09.03.2023</c:v>
                </c:pt>
                <c:pt idx="251">
                  <c:v>10.03.2023</c:v>
                </c:pt>
                <c:pt idx="252">
                  <c:v>11.03.2023</c:v>
                </c:pt>
                <c:pt idx="253">
                  <c:v>12.03.2023</c:v>
                </c:pt>
                <c:pt idx="254">
                  <c:v>13.03.2023</c:v>
                </c:pt>
                <c:pt idx="255">
                  <c:v>14.03.2023</c:v>
                </c:pt>
                <c:pt idx="256">
                  <c:v>15.03.2023</c:v>
                </c:pt>
                <c:pt idx="257">
                  <c:v>16.03.2023</c:v>
                </c:pt>
                <c:pt idx="258">
                  <c:v>17.03.2023</c:v>
                </c:pt>
                <c:pt idx="259">
                  <c:v>18.03.2023</c:v>
                </c:pt>
                <c:pt idx="260">
                  <c:v>19.03.2023</c:v>
                </c:pt>
                <c:pt idx="261">
                  <c:v>20.03.2023</c:v>
                </c:pt>
                <c:pt idx="262">
                  <c:v>21.03.2023</c:v>
                </c:pt>
                <c:pt idx="263">
                  <c:v>22.03.2023</c:v>
                </c:pt>
                <c:pt idx="264">
                  <c:v>23.03.2023</c:v>
                </c:pt>
                <c:pt idx="265">
                  <c:v>24.03.2023</c:v>
                </c:pt>
                <c:pt idx="266">
                  <c:v>25.03.2023</c:v>
                </c:pt>
                <c:pt idx="267">
                  <c:v>26.03.2023</c:v>
                </c:pt>
                <c:pt idx="268">
                  <c:v>27.03.2023</c:v>
                </c:pt>
                <c:pt idx="269">
                  <c:v>28.03.2023</c:v>
                </c:pt>
                <c:pt idx="270">
                  <c:v>29.03.2023</c:v>
                </c:pt>
                <c:pt idx="271">
                  <c:v>30.03.2023</c:v>
                </c:pt>
                <c:pt idx="272">
                  <c:v>31.03.2023</c:v>
                </c:pt>
                <c:pt idx="273">
                  <c:v>01.04.2023</c:v>
                </c:pt>
                <c:pt idx="274">
                  <c:v>02.04.2023</c:v>
                </c:pt>
                <c:pt idx="275">
                  <c:v>03.04.2023</c:v>
                </c:pt>
                <c:pt idx="276">
                  <c:v>04.04.2023</c:v>
                </c:pt>
                <c:pt idx="277">
                  <c:v>05.04.2023</c:v>
                </c:pt>
                <c:pt idx="278">
                  <c:v>06.04.2023</c:v>
                </c:pt>
                <c:pt idx="279">
                  <c:v>07.04.2023</c:v>
                </c:pt>
                <c:pt idx="280">
                  <c:v>08.04.2023</c:v>
                </c:pt>
                <c:pt idx="281">
                  <c:v>09.04.2023</c:v>
                </c:pt>
                <c:pt idx="282">
                  <c:v>10.04.2023</c:v>
                </c:pt>
                <c:pt idx="283">
                  <c:v>11.04.2023</c:v>
                </c:pt>
                <c:pt idx="284">
                  <c:v>12.04.2023</c:v>
                </c:pt>
                <c:pt idx="285">
                  <c:v>13.04.2023</c:v>
                </c:pt>
                <c:pt idx="286">
                  <c:v>14.04.2023</c:v>
                </c:pt>
                <c:pt idx="287">
                  <c:v>15.04.2023</c:v>
                </c:pt>
                <c:pt idx="288">
                  <c:v>16.04.2023</c:v>
                </c:pt>
                <c:pt idx="289">
                  <c:v>17.04.2023</c:v>
                </c:pt>
                <c:pt idx="290">
                  <c:v>18.04.2023</c:v>
                </c:pt>
                <c:pt idx="291">
                  <c:v>19.04.2023</c:v>
                </c:pt>
                <c:pt idx="292">
                  <c:v>20.04.2023</c:v>
                </c:pt>
                <c:pt idx="293">
                  <c:v>21.04.2023</c:v>
                </c:pt>
                <c:pt idx="294">
                  <c:v>22.04.2023</c:v>
                </c:pt>
                <c:pt idx="295">
                  <c:v>23.04.2023</c:v>
                </c:pt>
                <c:pt idx="296">
                  <c:v>24.04.2023</c:v>
                </c:pt>
                <c:pt idx="297">
                  <c:v>25.04.2023</c:v>
                </c:pt>
                <c:pt idx="298">
                  <c:v>26.04.2023</c:v>
                </c:pt>
                <c:pt idx="299">
                  <c:v>27.04.2023</c:v>
                </c:pt>
                <c:pt idx="300">
                  <c:v>28.04.2023</c:v>
                </c:pt>
                <c:pt idx="301">
                  <c:v>29.04.2023</c:v>
                </c:pt>
                <c:pt idx="302">
                  <c:v>30.04.2023</c:v>
                </c:pt>
              </c:strCache>
            </c:strRef>
          </c:cat>
          <c:val>
            <c:numRef>
              <c:f>'Sticky Factor'!$D$2:$D$304</c:f>
              <c:numCache>
                <c:formatCode>General</c:formatCode>
                <c:ptCount val="302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366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378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393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426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390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536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696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1544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1027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3AB-4909-BFFE-07E1E32EF4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9286472"/>
        <c:axId val="529286800"/>
      </c:lineChart>
      <c:catAx>
        <c:axId val="529286472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9286800"/>
        <c:crosses val="autoZero"/>
        <c:auto val="1"/>
        <c:lblAlgn val="ctr"/>
        <c:lblOffset val="100"/>
        <c:noMultiLvlLbl val="1"/>
      </c:catAx>
      <c:valAx>
        <c:axId val="5292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9286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031446625872579E-2"/>
          <c:y val="0.14811834305724425"/>
          <c:w val="0.8962613164133123"/>
          <c:h val="0.71330985210519504"/>
        </c:manualLayout>
      </c:layout>
      <c:lineChart>
        <c:grouping val="standard"/>
        <c:varyColors val="0"/>
        <c:ser>
          <c:idx val="0"/>
          <c:order val="0"/>
          <c:tx>
            <c:strRef>
              <c:f>'Sticky Factor'!$E$1</c:f>
              <c:strCache>
                <c:ptCount val="1"/>
                <c:pt idx="0">
                  <c:v>SF (week)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38"/>
              <c:layout>
                <c:manualLayout>
                  <c:x val="-7.6060855441222833E-2"/>
                  <c:y val="-6.17159762738518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CC-41C7-866E-C90031F40F75}"/>
                </c:ext>
              </c:extLst>
            </c:dLbl>
            <c:dLbl>
              <c:idx val="240"/>
              <c:layout>
                <c:manualLayout>
                  <c:x val="0"/>
                  <c:y val="-7.40591715286222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CC-41C7-866E-C90031F40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'Sticky Factor'!$A:$A</c:f>
              <c:strCache>
                <c:ptCount val="303"/>
                <c:pt idx="0">
                  <c:v>02.07.2022</c:v>
                </c:pt>
                <c:pt idx="1">
                  <c:v>03.07.2022</c:v>
                </c:pt>
                <c:pt idx="2">
                  <c:v>04.07.2022</c:v>
                </c:pt>
                <c:pt idx="3">
                  <c:v>05.07.2022</c:v>
                </c:pt>
                <c:pt idx="4">
                  <c:v>06.07.2022</c:v>
                </c:pt>
                <c:pt idx="5">
                  <c:v>07.07.2022</c:v>
                </c:pt>
                <c:pt idx="6">
                  <c:v>08.07.2022</c:v>
                </c:pt>
                <c:pt idx="7">
                  <c:v>09.07.2022</c:v>
                </c:pt>
                <c:pt idx="8">
                  <c:v>10.07.2022</c:v>
                </c:pt>
                <c:pt idx="9">
                  <c:v>11.07.2022</c:v>
                </c:pt>
                <c:pt idx="10">
                  <c:v>12.07.2022</c:v>
                </c:pt>
                <c:pt idx="11">
                  <c:v>13.07.2022</c:v>
                </c:pt>
                <c:pt idx="12">
                  <c:v>14.07.2022</c:v>
                </c:pt>
                <c:pt idx="13">
                  <c:v>15.07.2022</c:v>
                </c:pt>
                <c:pt idx="14">
                  <c:v>16.07.2022</c:v>
                </c:pt>
                <c:pt idx="15">
                  <c:v>17.07.2022</c:v>
                </c:pt>
                <c:pt idx="16">
                  <c:v>18.07.2022</c:v>
                </c:pt>
                <c:pt idx="17">
                  <c:v>19.07.2022</c:v>
                </c:pt>
                <c:pt idx="18">
                  <c:v>20.07.2022</c:v>
                </c:pt>
                <c:pt idx="19">
                  <c:v>21.07.2022</c:v>
                </c:pt>
                <c:pt idx="20">
                  <c:v>22.07.2022</c:v>
                </c:pt>
                <c:pt idx="21">
                  <c:v>23.07.2022</c:v>
                </c:pt>
                <c:pt idx="22">
                  <c:v>24.07.2022</c:v>
                </c:pt>
                <c:pt idx="23">
                  <c:v>25.07.2022</c:v>
                </c:pt>
                <c:pt idx="24">
                  <c:v>26.07.2022</c:v>
                </c:pt>
                <c:pt idx="25">
                  <c:v>27.07.2022</c:v>
                </c:pt>
                <c:pt idx="26">
                  <c:v>28.07.2022</c:v>
                </c:pt>
                <c:pt idx="27">
                  <c:v>29.07.2022</c:v>
                </c:pt>
                <c:pt idx="28">
                  <c:v>30.07.2022</c:v>
                </c:pt>
                <c:pt idx="29">
                  <c:v>31.07.2022</c:v>
                </c:pt>
                <c:pt idx="30">
                  <c:v>01.08.2022</c:v>
                </c:pt>
                <c:pt idx="31">
                  <c:v>02.08.2022</c:v>
                </c:pt>
                <c:pt idx="32">
                  <c:v>03.08.2022</c:v>
                </c:pt>
                <c:pt idx="33">
                  <c:v>04.08.2022</c:v>
                </c:pt>
                <c:pt idx="34">
                  <c:v>05.08.2022</c:v>
                </c:pt>
                <c:pt idx="35">
                  <c:v>06.08.2022</c:v>
                </c:pt>
                <c:pt idx="36">
                  <c:v>07.08.2022</c:v>
                </c:pt>
                <c:pt idx="37">
                  <c:v>08.08.2022</c:v>
                </c:pt>
                <c:pt idx="38">
                  <c:v>09.08.2022</c:v>
                </c:pt>
                <c:pt idx="39">
                  <c:v>10.08.2022</c:v>
                </c:pt>
                <c:pt idx="40">
                  <c:v>11.08.2022</c:v>
                </c:pt>
                <c:pt idx="41">
                  <c:v>12.08.2022</c:v>
                </c:pt>
                <c:pt idx="42">
                  <c:v>13.08.2022</c:v>
                </c:pt>
                <c:pt idx="43">
                  <c:v>14.08.2022</c:v>
                </c:pt>
                <c:pt idx="44">
                  <c:v>15.08.2022</c:v>
                </c:pt>
                <c:pt idx="45">
                  <c:v>16.08.2022</c:v>
                </c:pt>
                <c:pt idx="46">
                  <c:v>17.08.2022</c:v>
                </c:pt>
                <c:pt idx="47">
                  <c:v>18.08.2022</c:v>
                </c:pt>
                <c:pt idx="48">
                  <c:v>19.08.2022</c:v>
                </c:pt>
                <c:pt idx="49">
                  <c:v>20.08.2022</c:v>
                </c:pt>
                <c:pt idx="50">
                  <c:v>21.08.2022</c:v>
                </c:pt>
                <c:pt idx="51">
                  <c:v>22.08.2022</c:v>
                </c:pt>
                <c:pt idx="52">
                  <c:v>23.08.2022</c:v>
                </c:pt>
                <c:pt idx="53">
                  <c:v>24.08.2022</c:v>
                </c:pt>
                <c:pt idx="54">
                  <c:v>25.08.2022</c:v>
                </c:pt>
                <c:pt idx="55">
                  <c:v>26.08.2022</c:v>
                </c:pt>
                <c:pt idx="56">
                  <c:v>27.08.2022</c:v>
                </c:pt>
                <c:pt idx="57">
                  <c:v>28.08.2022</c:v>
                </c:pt>
                <c:pt idx="58">
                  <c:v>29.08.2022</c:v>
                </c:pt>
                <c:pt idx="59">
                  <c:v>30.08.2022</c:v>
                </c:pt>
                <c:pt idx="60">
                  <c:v>31.08.2022</c:v>
                </c:pt>
                <c:pt idx="61">
                  <c:v>01.09.2022</c:v>
                </c:pt>
                <c:pt idx="62">
                  <c:v>02.09.2022</c:v>
                </c:pt>
                <c:pt idx="63">
                  <c:v>03.09.2022</c:v>
                </c:pt>
                <c:pt idx="64">
                  <c:v>04.09.2022</c:v>
                </c:pt>
                <c:pt idx="65">
                  <c:v>05.09.2022</c:v>
                </c:pt>
                <c:pt idx="66">
                  <c:v>06.09.2022</c:v>
                </c:pt>
                <c:pt idx="67">
                  <c:v>07.09.2022</c:v>
                </c:pt>
                <c:pt idx="68">
                  <c:v>08.09.2022</c:v>
                </c:pt>
                <c:pt idx="69">
                  <c:v>09.09.2022</c:v>
                </c:pt>
                <c:pt idx="70">
                  <c:v>10.09.2022</c:v>
                </c:pt>
                <c:pt idx="71">
                  <c:v>11.09.2022</c:v>
                </c:pt>
                <c:pt idx="72">
                  <c:v>12.09.2022</c:v>
                </c:pt>
                <c:pt idx="73">
                  <c:v>13.09.2022</c:v>
                </c:pt>
                <c:pt idx="74">
                  <c:v>14.09.2022</c:v>
                </c:pt>
                <c:pt idx="75">
                  <c:v>15.09.2022</c:v>
                </c:pt>
                <c:pt idx="76">
                  <c:v>16.09.2022</c:v>
                </c:pt>
                <c:pt idx="77">
                  <c:v>17.09.2022</c:v>
                </c:pt>
                <c:pt idx="78">
                  <c:v>18.09.2022</c:v>
                </c:pt>
                <c:pt idx="79">
                  <c:v>19.09.2022</c:v>
                </c:pt>
                <c:pt idx="80">
                  <c:v>20.09.2022</c:v>
                </c:pt>
                <c:pt idx="81">
                  <c:v>21.09.2022</c:v>
                </c:pt>
                <c:pt idx="82">
                  <c:v>22.09.2022</c:v>
                </c:pt>
                <c:pt idx="83">
                  <c:v>23.09.2022</c:v>
                </c:pt>
                <c:pt idx="84">
                  <c:v>24.09.2022</c:v>
                </c:pt>
                <c:pt idx="85">
                  <c:v>25.09.2022</c:v>
                </c:pt>
                <c:pt idx="86">
                  <c:v>26.09.2022</c:v>
                </c:pt>
                <c:pt idx="87">
                  <c:v>27.09.2022</c:v>
                </c:pt>
                <c:pt idx="88">
                  <c:v>28.09.2022</c:v>
                </c:pt>
                <c:pt idx="89">
                  <c:v>29.09.2022</c:v>
                </c:pt>
                <c:pt idx="90">
                  <c:v>30.09.2022</c:v>
                </c:pt>
                <c:pt idx="91">
                  <c:v>01.10.2022</c:v>
                </c:pt>
                <c:pt idx="92">
                  <c:v>02.10.2022</c:v>
                </c:pt>
                <c:pt idx="93">
                  <c:v>03.10.2022</c:v>
                </c:pt>
                <c:pt idx="94">
                  <c:v>04.10.2022</c:v>
                </c:pt>
                <c:pt idx="95">
                  <c:v>05.10.2022</c:v>
                </c:pt>
                <c:pt idx="96">
                  <c:v>06.10.2022</c:v>
                </c:pt>
                <c:pt idx="97">
                  <c:v>07.10.2022</c:v>
                </c:pt>
                <c:pt idx="98">
                  <c:v>08.10.2022</c:v>
                </c:pt>
                <c:pt idx="99">
                  <c:v>09.10.2022</c:v>
                </c:pt>
                <c:pt idx="100">
                  <c:v>10.10.2022</c:v>
                </c:pt>
                <c:pt idx="101">
                  <c:v>11.10.2022</c:v>
                </c:pt>
                <c:pt idx="102">
                  <c:v>12.10.2022</c:v>
                </c:pt>
                <c:pt idx="103">
                  <c:v>13.10.2022</c:v>
                </c:pt>
                <c:pt idx="104">
                  <c:v>14.10.2022</c:v>
                </c:pt>
                <c:pt idx="105">
                  <c:v>15.10.2022</c:v>
                </c:pt>
                <c:pt idx="106">
                  <c:v>16.10.2022</c:v>
                </c:pt>
                <c:pt idx="107">
                  <c:v>17.10.2022</c:v>
                </c:pt>
                <c:pt idx="108">
                  <c:v>18.10.2022</c:v>
                </c:pt>
                <c:pt idx="109">
                  <c:v>19.10.2022</c:v>
                </c:pt>
                <c:pt idx="110">
                  <c:v>20.10.2022</c:v>
                </c:pt>
                <c:pt idx="111">
                  <c:v>21.10.2022</c:v>
                </c:pt>
                <c:pt idx="112">
                  <c:v>22.10.2022</c:v>
                </c:pt>
                <c:pt idx="113">
                  <c:v>23.10.2022</c:v>
                </c:pt>
                <c:pt idx="114">
                  <c:v>24.10.2022</c:v>
                </c:pt>
                <c:pt idx="115">
                  <c:v>25.10.2022</c:v>
                </c:pt>
                <c:pt idx="116">
                  <c:v>26.10.2022</c:v>
                </c:pt>
                <c:pt idx="117">
                  <c:v>27.10.2022</c:v>
                </c:pt>
                <c:pt idx="118">
                  <c:v>28.10.2022</c:v>
                </c:pt>
                <c:pt idx="119">
                  <c:v>29.10.2022</c:v>
                </c:pt>
                <c:pt idx="120">
                  <c:v>30.10.2022</c:v>
                </c:pt>
                <c:pt idx="121">
                  <c:v>31.10.2022</c:v>
                </c:pt>
                <c:pt idx="122">
                  <c:v>01.11.2022</c:v>
                </c:pt>
                <c:pt idx="123">
                  <c:v>02.11.2022</c:v>
                </c:pt>
                <c:pt idx="124">
                  <c:v>03.11.2022</c:v>
                </c:pt>
                <c:pt idx="125">
                  <c:v>04.11.2022</c:v>
                </c:pt>
                <c:pt idx="126">
                  <c:v>05.11.2022</c:v>
                </c:pt>
                <c:pt idx="127">
                  <c:v>06.11.2022</c:v>
                </c:pt>
                <c:pt idx="128">
                  <c:v>07.11.2022</c:v>
                </c:pt>
                <c:pt idx="129">
                  <c:v>08.11.2022</c:v>
                </c:pt>
                <c:pt idx="130">
                  <c:v>09.11.2022</c:v>
                </c:pt>
                <c:pt idx="131">
                  <c:v>10.11.2022</c:v>
                </c:pt>
                <c:pt idx="132">
                  <c:v>11.11.2022</c:v>
                </c:pt>
                <c:pt idx="133">
                  <c:v>12.11.2022</c:v>
                </c:pt>
                <c:pt idx="134">
                  <c:v>13.11.2022</c:v>
                </c:pt>
                <c:pt idx="135">
                  <c:v>14.11.2022</c:v>
                </c:pt>
                <c:pt idx="136">
                  <c:v>15.11.2022</c:v>
                </c:pt>
                <c:pt idx="137">
                  <c:v>16.11.2022</c:v>
                </c:pt>
                <c:pt idx="138">
                  <c:v>17.11.2022</c:v>
                </c:pt>
                <c:pt idx="139">
                  <c:v>18.11.2022</c:v>
                </c:pt>
                <c:pt idx="140">
                  <c:v>19.11.2022</c:v>
                </c:pt>
                <c:pt idx="141">
                  <c:v>20.11.2022</c:v>
                </c:pt>
                <c:pt idx="142">
                  <c:v>21.11.2022</c:v>
                </c:pt>
                <c:pt idx="143">
                  <c:v>22.11.2022</c:v>
                </c:pt>
                <c:pt idx="144">
                  <c:v>23.11.2022</c:v>
                </c:pt>
                <c:pt idx="145">
                  <c:v>24.11.2022</c:v>
                </c:pt>
                <c:pt idx="146">
                  <c:v>25.11.2022</c:v>
                </c:pt>
                <c:pt idx="147">
                  <c:v>26.11.2022</c:v>
                </c:pt>
                <c:pt idx="148">
                  <c:v>27.11.2022</c:v>
                </c:pt>
                <c:pt idx="149">
                  <c:v>28.11.2022</c:v>
                </c:pt>
                <c:pt idx="150">
                  <c:v>29.11.2022</c:v>
                </c:pt>
                <c:pt idx="151">
                  <c:v>30.11.2022</c:v>
                </c:pt>
                <c:pt idx="152">
                  <c:v>01.12.2022</c:v>
                </c:pt>
                <c:pt idx="153">
                  <c:v>02.12.2022</c:v>
                </c:pt>
                <c:pt idx="154">
                  <c:v>03.12.2022</c:v>
                </c:pt>
                <c:pt idx="155">
                  <c:v>04.12.2022</c:v>
                </c:pt>
                <c:pt idx="156">
                  <c:v>05.12.2022</c:v>
                </c:pt>
                <c:pt idx="157">
                  <c:v>06.12.2022</c:v>
                </c:pt>
                <c:pt idx="158">
                  <c:v>07.12.2022</c:v>
                </c:pt>
                <c:pt idx="159">
                  <c:v>08.12.2022</c:v>
                </c:pt>
                <c:pt idx="160">
                  <c:v>09.12.2022</c:v>
                </c:pt>
                <c:pt idx="161">
                  <c:v>10.12.2022</c:v>
                </c:pt>
                <c:pt idx="162">
                  <c:v>11.12.2022</c:v>
                </c:pt>
                <c:pt idx="163">
                  <c:v>12.12.2022</c:v>
                </c:pt>
                <c:pt idx="164">
                  <c:v>13.12.2022</c:v>
                </c:pt>
                <c:pt idx="165">
                  <c:v>14.12.2022</c:v>
                </c:pt>
                <c:pt idx="166">
                  <c:v>15.12.2022</c:v>
                </c:pt>
                <c:pt idx="167">
                  <c:v>16.12.2022</c:v>
                </c:pt>
                <c:pt idx="168">
                  <c:v>17.12.2022</c:v>
                </c:pt>
                <c:pt idx="169">
                  <c:v>18.12.2022</c:v>
                </c:pt>
                <c:pt idx="170">
                  <c:v>19.12.2022</c:v>
                </c:pt>
                <c:pt idx="171">
                  <c:v>20.12.2022</c:v>
                </c:pt>
                <c:pt idx="172">
                  <c:v>21.12.2022</c:v>
                </c:pt>
                <c:pt idx="173">
                  <c:v>22.12.2022</c:v>
                </c:pt>
                <c:pt idx="174">
                  <c:v>23.12.2022</c:v>
                </c:pt>
                <c:pt idx="175">
                  <c:v>24.12.2022</c:v>
                </c:pt>
                <c:pt idx="176">
                  <c:v>25.12.2022</c:v>
                </c:pt>
                <c:pt idx="177">
                  <c:v>26.12.2022</c:v>
                </c:pt>
                <c:pt idx="178">
                  <c:v>27.12.2022</c:v>
                </c:pt>
                <c:pt idx="179">
                  <c:v>28.12.2022</c:v>
                </c:pt>
                <c:pt idx="180">
                  <c:v>29.12.2022</c:v>
                </c:pt>
                <c:pt idx="181">
                  <c:v>30.12.2022</c:v>
                </c:pt>
                <c:pt idx="182">
                  <c:v>31.12.2022</c:v>
                </c:pt>
                <c:pt idx="183">
                  <c:v>01.01.2023</c:v>
                </c:pt>
                <c:pt idx="184">
                  <c:v>02.01.2023</c:v>
                </c:pt>
                <c:pt idx="185">
                  <c:v>03.01.2023</c:v>
                </c:pt>
                <c:pt idx="186">
                  <c:v>04.01.2023</c:v>
                </c:pt>
                <c:pt idx="187">
                  <c:v>05.01.2023</c:v>
                </c:pt>
                <c:pt idx="188">
                  <c:v>06.01.2023</c:v>
                </c:pt>
                <c:pt idx="189">
                  <c:v>07.01.2023</c:v>
                </c:pt>
                <c:pt idx="190">
                  <c:v>08.01.2023</c:v>
                </c:pt>
                <c:pt idx="191">
                  <c:v>09.01.2023</c:v>
                </c:pt>
                <c:pt idx="192">
                  <c:v>10.01.2023</c:v>
                </c:pt>
                <c:pt idx="193">
                  <c:v>11.01.2023</c:v>
                </c:pt>
                <c:pt idx="194">
                  <c:v>12.01.2023</c:v>
                </c:pt>
                <c:pt idx="195">
                  <c:v>13.01.2023</c:v>
                </c:pt>
                <c:pt idx="196">
                  <c:v>14.01.2023</c:v>
                </c:pt>
                <c:pt idx="197">
                  <c:v>15.01.2023</c:v>
                </c:pt>
                <c:pt idx="198">
                  <c:v>16.01.2023</c:v>
                </c:pt>
                <c:pt idx="199">
                  <c:v>17.01.2023</c:v>
                </c:pt>
                <c:pt idx="200">
                  <c:v>18.01.2023</c:v>
                </c:pt>
                <c:pt idx="201">
                  <c:v>19.01.2023</c:v>
                </c:pt>
                <c:pt idx="202">
                  <c:v>20.01.2023</c:v>
                </c:pt>
                <c:pt idx="203">
                  <c:v>21.01.2023</c:v>
                </c:pt>
                <c:pt idx="204">
                  <c:v>22.01.2023</c:v>
                </c:pt>
                <c:pt idx="205">
                  <c:v>23.01.2023</c:v>
                </c:pt>
                <c:pt idx="206">
                  <c:v>24.01.2023</c:v>
                </c:pt>
                <c:pt idx="207">
                  <c:v>25.01.2023</c:v>
                </c:pt>
                <c:pt idx="208">
                  <c:v>26.01.2023</c:v>
                </c:pt>
                <c:pt idx="209">
                  <c:v>27.01.2023</c:v>
                </c:pt>
                <c:pt idx="210">
                  <c:v>28.01.2023</c:v>
                </c:pt>
                <c:pt idx="211">
                  <c:v>29.01.2023</c:v>
                </c:pt>
                <c:pt idx="212">
                  <c:v>30.01.2023</c:v>
                </c:pt>
                <c:pt idx="213">
                  <c:v>31.01.2023</c:v>
                </c:pt>
                <c:pt idx="214">
                  <c:v>01.02.2023</c:v>
                </c:pt>
                <c:pt idx="215">
                  <c:v>02.02.2023</c:v>
                </c:pt>
                <c:pt idx="216">
                  <c:v>03.02.2023</c:v>
                </c:pt>
                <c:pt idx="217">
                  <c:v>04.02.2023</c:v>
                </c:pt>
                <c:pt idx="218">
                  <c:v>05.02.2023</c:v>
                </c:pt>
                <c:pt idx="219">
                  <c:v>06.02.2023</c:v>
                </c:pt>
                <c:pt idx="220">
                  <c:v>07.02.2023</c:v>
                </c:pt>
                <c:pt idx="221">
                  <c:v>08.02.2023</c:v>
                </c:pt>
                <c:pt idx="222">
                  <c:v>09.02.2023</c:v>
                </c:pt>
                <c:pt idx="223">
                  <c:v>10.02.2023</c:v>
                </c:pt>
                <c:pt idx="224">
                  <c:v>11.02.2023</c:v>
                </c:pt>
                <c:pt idx="225">
                  <c:v>12.02.2023</c:v>
                </c:pt>
                <c:pt idx="226">
                  <c:v>13.02.2023</c:v>
                </c:pt>
                <c:pt idx="227">
                  <c:v>14.02.2023</c:v>
                </c:pt>
                <c:pt idx="228">
                  <c:v>15.02.2023</c:v>
                </c:pt>
                <c:pt idx="229">
                  <c:v>16.02.2023</c:v>
                </c:pt>
                <c:pt idx="230">
                  <c:v>17.02.2023</c:v>
                </c:pt>
                <c:pt idx="231">
                  <c:v>18.02.2023</c:v>
                </c:pt>
                <c:pt idx="232">
                  <c:v>19.02.2023</c:v>
                </c:pt>
                <c:pt idx="233">
                  <c:v>20.02.2023</c:v>
                </c:pt>
                <c:pt idx="234">
                  <c:v>21.02.2023</c:v>
                </c:pt>
                <c:pt idx="235">
                  <c:v>22.02.2023</c:v>
                </c:pt>
                <c:pt idx="236">
                  <c:v>23.02.2023</c:v>
                </c:pt>
                <c:pt idx="237">
                  <c:v>24.02.2023</c:v>
                </c:pt>
                <c:pt idx="238">
                  <c:v>25.02.2023</c:v>
                </c:pt>
                <c:pt idx="239">
                  <c:v>26.02.2023</c:v>
                </c:pt>
                <c:pt idx="240">
                  <c:v>27.02.2023</c:v>
                </c:pt>
                <c:pt idx="241">
                  <c:v>28.02.2023</c:v>
                </c:pt>
                <c:pt idx="242">
                  <c:v>01.03.2023</c:v>
                </c:pt>
                <c:pt idx="243">
                  <c:v>02.03.2023</c:v>
                </c:pt>
                <c:pt idx="244">
                  <c:v>03.03.2023</c:v>
                </c:pt>
                <c:pt idx="245">
                  <c:v>04.03.2023</c:v>
                </c:pt>
                <c:pt idx="246">
                  <c:v>05.03.2023</c:v>
                </c:pt>
                <c:pt idx="247">
                  <c:v>06.03.2023</c:v>
                </c:pt>
                <c:pt idx="248">
                  <c:v>07.03.2023</c:v>
                </c:pt>
                <c:pt idx="249">
                  <c:v>08.03.2023</c:v>
                </c:pt>
                <c:pt idx="250">
                  <c:v>09.03.2023</c:v>
                </c:pt>
                <c:pt idx="251">
                  <c:v>10.03.2023</c:v>
                </c:pt>
                <c:pt idx="252">
                  <c:v>11.03.2023</c:v>
                </c:pt>
                <c:pt idx="253">
                  <c:v>12.03.2023</c:v>
                </c:pt>
                <c:pt idx="254">
                  <c:v>13.03.2023</c:v>
                </c:pt>
                <c:pt idx="255">
                  <c:v>14.03.2023</c:v>
                </c:pt>
                <c:pt idx="256">
                  <c:v>15.03.2023</c:v>
                </c:pt>
                <c:pt idx="257">
                  <c:v>16.03.2023</c:v>
                </c:pt>
                <c:pt idx="258">
                  <c:v>17.03.2023</c:v>
                </c:pt>
                <c:pt idx="259">
                  <c:v>18.03.2023</c:v>
                </c:pt>
                <c:pt idx="260">
                  <c:v>19.03.2023</c:v>
                </c:pt>
                <c:pt idx="261">
                  <c:v>20.03.2023</c:v>
                </c:pt>
                <c:pt idx="262">
                  <c:v>21.03.2023</c:v>
                </c:pt>
                <c:pt idx="263">
                  <c:v>22.03.2023</c:v>
                </c:pt>
                <c:pt idx="264">
                  <c:v>23.03.2023</c:v>
                </c:pt>
                <c:pt idx="265">
                  <c:v>24.03.2023</c:v>
                </c:pt>
                <c:pt idx="266">
                  <c:v>25.03.2023</c:v>
                </c:pt>
                <c:pt idx="267">
                  <c:v>26.03.2023</c:v>
                </c:pt>
                <c:pt idx="268">
                  <c:v>27.03.2023</c:v>
                </c:pt>
                <c:pt idx="269">
                  <c:v>28.03.2023</c:v>
                </c:pt>
                <c:pt idx="270">
                  <c:v>29.03.2023</c:v>
                </c:pt>
                <c:pt idx="271">
                  <c:v>30.03.2023</c:v>
                </c:pt>
                <c:pt idx="272">
                  <c:v>31.03.2023</c:v>
                </c:pt>
                <c:pt idx="273">
                  <c:v>01.04.2023</c:v>
                </c:pt>
                <c:pt idx="274">
                  <c:v>02.04.2023</c:v>
                </c:pt>
                <c:pt idx="275">
                  <c:v>03.04.2023</c:v>
                </c:pt>
                <c:pt idx="276">
                  <c:v>04.04.2023</c:v>
                </c:pt>
                <c:pt idx="277">
                  <c:v>05.04.2023</c:v>
                </c:pt>
                <c:pt idx="278">
                  <c:v>06.04.2023</c:v>
                </c:pt>
                <c:pt idx="279">
                  <c:v>07.04.2023</c:v>
                </c:pt>
                <c:pt idx="280">
                  <c:v>08.04.2023</c:v>
                </c:pt>
                <c:pt idx="281">
                  <c:v>09.04.2023</c:v>
                </c:pt>
                <c:pt idx="282">
                  <c:v>10.04.2023</c:v>
                </c:pt>
                <c:pt idx="283">
                  <c:v>11.04.2023</c:v>
                </c:pt>
                <c:pt idx="284">
                  <c:v>12.04.2023</c:v>
                </c:pt>
                <c:pt idx="285">
                  <c:v>13.04.2023</c:v>
                </c:pt>
                <c:pt idx="286">
                  <c:v>14.04.2023</c:v>
                </c:pt>
                <c:pt idx="287">
                  <c:v>15.04.2023</c:v>
                </c:pt>
                <c:pt idx="288">
                  <c:v>16.04.2023</c:v>
                </c:pt>
                <c:pt idx="289">
                  <c:v>17.04.2023</c:v>
                </c:pt>
                <c:pt idx="290">
                  <c:v>18.04.2023</c:v>
                </c:pt>
                <c:pt idx="291">
                  <c:v>19.04.2023</c:v>
                </c:pt>
                <c:pt idx="292">
                  <c:v>20.04.2023</c:v>
                </c:pt>
                <c:pt idx="293">
                  <c:v>21.04.2023</c:v>
                </c:pt>
                <c:pt idx="294">
                  <c:v>22.04.2023</c:v>
                </c:pt>
                <c:pt idx="295">
                  <c:v>23.04.2023</c:v>
                </c:pt>
                <c:pt idx="296">
                  <c:v>24.04.2023</c:v>
                </c:pt>
                <c:pt idx="297">
                  <c:v>25.04.2023</c:v>
                </c:pt>
                <c:pt idx="298">
                  <c:v>26.04.2023</c:v>
                </c:pt>
                <c:pt idx="299">
                  <c:v>27.04.2023</c:v>
                </c:pt>
                <c:pt idx="300">
                  <c:v>28.04.2023</c:v>
                </c:pt>
                <c:pt idx="301">
                  <c:v>29.04.2023</c:v>
                </c:pt>
                <c:pt idx="302">
                  <c:v>30.04.2023</c:v>
                </c:pt>
              </c:strCache>
            </c:strRef>
          </c:cat>
          <c:val>
            <c:numRef>
              <c:f>'Sticky Factor'!$E$2:$E$304</c:f>
              <c:numCache>
                <c:formatCode>General</c:formatCode>
                <c:ptCount val="302"/>
                <c:pt idx="0">
                  <c:v>1</c:v>
                </c:pt>
                <c:pt idx="1">
                  <c:v>8.4745762711864403E-2</c:v>
                </c:pt>
                <c:pt idx="2">
                  <c:v>0.16949152542372881</c:v>
                </c:pt>
                <c:pt idx="3">
                  <c:v>8.4745762711864403E-2</c:v>
                </c:pt>
                <c:pt idx="4">
                  <c:v>0.22033898305084745</c:v>
                </c:pt>
                <c:pt idx="5">
                  <c:v>0.3728813559322034</c:v>
                </c:pt>
                <c:pt idx="6">
                  <c:v>0.3728813559322034</c:v>
                </c:pt>
                <c:pt idx="7">
                  <c:v>0.44067796610169491</c:v>
                </c:pt>
                <c:pt idx="8">
                  <c:v>0.25</c:v>
                </c:pt>
                <c:pt idx="9">
                  <c:v>0.2608695652173913</c:v>
                </c:pt>
                <c:pt idx="10">
                  <c:v>0.32608695652173914</c:v>
                </c:pt>
                <c:pt idx="11">
                  <c:v>0.34782608695652173</c:v>
                </c:pt>
                <c:pt idx="12">
                  <c:v>0.27173913043478259</c:v>
                </c:pt>
                <c:pt idx="13">
                  <c:v>0.36956521739130432</c:v>
                </c:pt>
                <c:pt idx="14">
                  <c:v>0.42391304347826086</c:v>
                </c:pt>
                <c:pt idx="15">
                  <c:v>0.16541353383458646</c:v>
                </c:pt>
                <c:pt idx="16">
                  <c:v>0.2857142857142857</c:v>
                </c:pt>
                <c:pt idx="17">
                  <c:v>0.25563909774436089</c:v>
                </c:pt>
                <c:pt idx="18">
                  <c:v>0.37593984962406013</c:v>
                </c:pt>
                <c:pt idx="19">
                  <c:v>0.32330827067669171</c:v>
                </c:pt>
                <c:pt idx="20">
                  <c:v>0.32330827067669171</c:v>
                </c:pt>
                <c:pt idx="21">
                  <c:v>0.39849624060150374</c:v>
                </c:pt>
                <c:pt idx="22">
                  <c:v>0.34426229508196721</c:v>
                </c:pt>
                <c:pt idx="23">
                  <c:v>0.26229508196721313</c:v>
                </c:pt>
                <c:pt idx="24">
                  <c:v>0.32240437158469948</c:v>
                </c:pt>
                <c:pt idx="25">
                  <c:v>0.32240437158469948</c:v>
                </c:pt>
                <c:pt idx="26">
                  <c:v>0.33333333333333331</c:v>
                </c:pt>
                <c:pt idx="27">
                  <c:v>0.34972677595628415</c:v>
                </c:pt>
                <c:pt idx="28">
                  <c:v>0.34972677595628415</c:v>
                </c:pt>
                <c:pt idx="29">
                  <c:v>0.25742574257425743</c:v>
                </c:pt>
                <c:pt idx="30">
                  <c:v>0.30693069306930693</c:v>
                </c:pt>
                <c:pt idx="31">
                  <c:v>0.2722772277227723</c:v>
                </c:pt>
                <c:pt idx="32">
                  <c:v>0.29702970297029702</c:v>
                </c:pt>
                <c:pt idx="33">
                  <c:v>0.25742574257425743</c:v>
                </c:pt>
                <c:pt idx="34">
                  <c:v>0.30693069306930693</c:v>
                </c:pt>
                <c:pt idx="35">
                  <c:v>0.29207920792079206</c:v>
                </c:pt>
                <c:pt idx="36">
                  <c:v>0.30051813471502592</c:v>
                </c:pt>
                <c:pt idx="37">
                  <c:v>0.27461139896373055</c:v>
                </c:pt>
                <c:pt idx="38">
                  <c:v>0.28497409326424872</c:v>
                </c:pt>
                <c:pt idx="39">
                  <c:v>0.33678756476683935</c:v>
                </c:pt>
                <c:pt idx="40">
                  <c:v>0.27979274611398963</c:v>
                </c:pt>
                <c:pt idx="41">
                  <c:v>0.38341968911917096</c:v>
                </c:pt>
                <c:pt idx="42">
                  <c:v>0.30569948186528495</c:v>
                </c:pt>
                <c:pt idx="43">
                  <c:v>0.26865671641791045</c:v>
                </c:pt>
                <c:pt idx="44">
                  <c:v>0.3383084577114428</c:v>
                </c:pt>
                <c:pt idx="45">
                  <c:v>0.29353233830845771</c:v>
                </c:pt>
                <c:pt idx="46">
                  <c:v>0.30348258706467662</c:v>
                </c:pt>
                <c:pt idx="47">
                  <c:v>0.28855721393034828</c:v>
                </c:pt>
                <c:pt idx="48">
                  <c:v>0.33333333333333331</c:v>
                </c:pt>
                <c:pt idx="49">
                  <c:v>0.30845771144278605</c:v>
                </c:pt>
                <c:pt idx="50">
                  <c:v>0.25728155339805825</c:v>
                </c:pt>
                <c:pt idx="51">
                  <c:v>0.29126213592233008</c:v>
                </c:pt>
                <c:pt idx="52">
                  <c:v>0.32524271844660196</c:v>
                </c:pt>
                <c:pt idx="53">
                  <c:v>0.32524271844660196</c:v>
                </c:pt>
                <c:pt idx="54">
                  <c:v>0.29611650485436891</c:v>
                </c:pt>
                <c:pt idx="55">
                  <c:v>0.30582524271844658</c:v>
                </c:pt>
                <c:pt idx="56">
                  <c:v>0.29611650485436891</c:v>
                </c:pt>
                <c:pt idx="57">
                  <c:v>0.28125</c:v>
                </c:pt>
                <c:pt idx="58">
                  <c:v>0.375</c:v>
                </c:pt>
                <c:pt idx="59">
                  <c:v>0.28125</c:v>
                </c:pt>
                <c:pt idx="60">
                  <c:v>0.34375</c:v>
                </c:pt>
                <c:pt idx="61">
                  <c:v>0.31770833333333331</c:v>
                </c:pt>
                <c:pt idx="62">
                  <c:v>0.30208333333333331</c:v>
                </c:pt>
                <c:pt idx="63">
                  <c:v>0.33333333333333331</c:v>
                </c:pt>
                <c:pt idx="64">
                  <c:v>0.31632653061224492</c:v>
                </c:pt>
                <c:pt idx="65">
                  <c:v>0.23469387755102042</c:v>
                </c:pt>
                <c:pt idx="66">
                  <c:v>0.25</c:v>
                </c:pt>
                <c:pt idx="67">
                  <c:v>0.30102040816326531</c:v>
                </c:pt>
                <c:pt idx="68">
                  <c:v>0.30612244897959184</c:v>
                </c:pt>
                <c:pt idx="69">
                  <c:v>0.27040816326530615</c:v>
                </c:pt>
                <c:pt idx="70">
                  <c:v>0.31122448979591838</c:v>
                </c:pt>
                <c:pt idx="71">
                  <c:v>0.28292682926829266</c:v>
                </c:pt>
                <c:pt idx="72">
                  <c:v>0.31219512195121951</c:v>
                </c:pt>
                <c:pt idx="73">
                  <c:v>0.31707317073170732</c:v>
                </c:pt>
                <c:pt idx="74">
                  <c:v>0.36097560975609755</c:v>
                </c:pt>
                <c:pt idx="75">
                  <c:v>0.28292682926829266</c:v>
                </c:pt>
                <c:pt idx="76">
                  <c:v>0.30243902439024389</c:v>
                </c:pt>
                <c:pt idx="77">
                  <c:v>0.33658536585365856</c:v>
                </c:pt>
                <c:pt idx="78">
                  <c:v>0.30985915492957744</c:v>
                </c:pt>
                <c:pt idx="79">
                  <c:v>0.31455399061032863</c:v>
                </c:pt>
                <c:pt idx="80">
                  <c:v>0.33333333333333331</c:v>
                </c:pt>
                <c:pt idx="81">
                  <c:v>0.31455399061032863</c:v>
                </c:pt>
                <c:pt idx="82">
                  <c:v>0.25821596244131456</c:v>
                </c:pt>
                <c:pt idx="83">
                  <c:v>0.27230046948356806</c:v>
                </c:pt>
                <c:pt idx="84">
                  <c:v>0.34272300469483569</c:v>
                </c:pt>
                <c:pt idx="85">
                  <c:v>0.27884615384615385</c:v>
                </c:pt>
                <c:pt idx="86">
                  <c:v>0.36538461538461536</c:v>
                </c:pt>
                <c:pt idx="87">
                  <c:v>0.29807692307692307</c:v>
                </c:pt>
                <c:pt idx="88">
                  <c:v>0.31730769230769229</c:v>
                </c:pt>
                <c:pt idx="89">
                  <c:v>0.28365384615384615</c:v>
                </c:pt>
                <c:pt idx="90">
                  <c:v>0.29326923076923078</c:v>
                </c:pt>
                <c:pt idx="91">
                  <c:v>0.25</c:v>
                </c:pt>
                <c:pt idx="92">
                  <c:v>0.33333333333333331</c:v>
                </c:pt>
                <c:pt idx="93">
                  <c:v>0.33816425120772947</c:v>
                </c:pt>
                <c:pt idx="94">
                  <c:v>0.21739130434782608</c:v>
                </c:pt>
                <c:pt idx="95">
                  <c:v>0.3719806763285024</c:v>
                </c:pt>
                <c:pt idx="96">
                  <c:v>0.29468599033816423</c:v>
                </c:pt>
                <c:pt idx="97">
                  <c:v>0.27053140096618356</c:v>
                </c:pt>
                <c:pt idx="98">
                  <c:v>0.3188405797101449</c:v>
                </c:pt>
                <c:pt idx="99">
                  <c:v>0.25</c:v>
                </c:pt>
                <c:pt idx="100">
                  <c:v>0.28921568627450983</c:v>
                </c:pt>
                <c:pt idx="101">
                  <c:v>0.31862745098039214</c:v>
                </c:pt>
                <c:pt idx="102">
                  <c:v>0.25980392156862747</c:v>
                </c:pt>
                <c:pt idx="103">
                  <c:v>0.35294117647058826</c:v>
                </c:pt>
                <c:pt idx="104">
                  <c:v>0.30392156862745096</c:v>
                </c:pt>
                <c:pt idx="105">
                  <c:v>0.30392156862745096</c:v>
                </c:pt>
                <c:pt idx="106">
                  <c:v>0.34825870646766172</c:v>
                </c:pt>
                <c:pt idx="107">
                  <c:v>0.30845771144278605</c:v>
                </c:pt>
                <c:pt idx="108">
                  <c:v>0.4079601990049751</c:v>
                </c:pt>
                <c:pt idx="109">
                  <c:v>0.25870646766169153</c:v>
                </c:pt>
                <c:pt idx="110">
                  <c:v>0.32338308457711445</c:v>
                </c:pt>
                <c:pt idx="111">
                  <c:v>0.31840796019900497</c:v>
                </c:pt>
                <c:pt idx="112">
                  <c:v>0.28358208955223879</c:v>
                </c:pt>
                <c:pt idx="113">
                  <c:v>0.27230046948356806</c:v>
                </c:pt>
                <c:pt idx="114">
                  <c:v>0.30985915492957744</c:v>
                </c:pt>
                <c:pt idx="115">
                  <c:v>0.28169014084507044</c:v>
                </c:pt>
                <c:pt idx="116">
                  <c:v>0.25821596244131456</c:v>
                </c:pt>
                <c:pt idx="117">
                  <c:v>0.30516431924882631</c:v>
                </c:pt>
                <c:pt idx="118">
                  <c:v>0.25352112676056338</c:v>
                </c:pt>
                <c:pt idx="119">
                  <c:v>0.30985915492957744</c:v>
                </c:pt>
                <c:pt idx="120">
                  <c:v>0.3364485981308411</c:v>
                </c:pt>
                <c:pt idx="121">
                  <c:v>0.27102803738317754</c:v>
                </c:pt>
                <c:pt idx="122">
                  <c:v>0.2570093457943925</c:v>
                </c:pt>
                <c:pt idx="123">
                  <c:v>0.26168224299065418</c:v>
                </c:pt>
                <c:pt idx="124">
                  <c:v>0.29439252336448596</c:v>
                </c:pt>
                <c:pt idx="125">
                  <c:v>0.32242990654205606</c:v>
                </c:pt>
                <c:pt idx="126">
                  <c:v>0.28971962616822428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0.29556650246305421</c:v>
                </c:pt>
                <c:pt idx="130">
                  <c:v>0.27093596059113301</c:v>
                </c:pt>
                <c:pt idx="131">
                  <c:v>0.30541871921182268</c:v>
                </c:pt>
                <c:pt idx="132">
                  <c:v>0.26108374384236455</c:v>
                </c:pt>
                <c:pt idx="133">
                  <c:v>0.26600985221674878</c:v>
                </c:pt>
                <c:pt idx="134">
                  <c:v>0.22772277227722773</c:v>
                </c:pt>
                <c:pt idx="135">
                  <c:v>0.2722772277227723</c:v>
                </c:pt>
                <c:pt idx="136">
                  <c:v>0.25247524752475248</c:v>
                </c:pt>
                <c:pt idx="137">
                  <c:v>0.28712871287128711</c:v>
                </c:pt>
                <c:pt idx="138">
                  <c:v>0.25247524752475248</c:v>
                </c:pt>
                <c:pt idx="139">
                  <c:v>0.19801980198019803</c:v>
                </c:pt>
                <c:pt idx="140">
                  <c:v>0.24752475247524752</c:v>
                </c:pt>
                <c:pt idx="141">
                  <c:v>0.20359281437125748</c:v>
                </c:pt>
                <c:pt idx="142">
                  <c:v>0.24550898203592814</c:v>
                </c:pt>
                <c:pt idx="143">
                  <c:v>0.23353293413173654</c:v>
                </c:pt>
                <c:pt idx="144">
                  <c:v>0.19161676646706588</c:v>
                </c:pt>
                <c:pt idx="145">
                  <c:v>0.19161676646706588</c:v>
                </c:pt>
                <c:pt idx="146">
                  <c:v>0.18562874251497005</c:v>
                </c:pt>
                <c:pt idx="147">
                  <c:v>0.20958083832335328</c:v>
                </c:pt>
                <c:pt idx="148">
                  <c:v>0.20382165605095542</c:v>
                </c:pt>
                <c:pt idx="149">
                  <c:v>0.1464968152866242</c:v>
                </c:pt>
                <c:pt idx="150">
                  <c:v>0.22292993630573249</c:v>
                </c:pt>
                <c:pt idx="151">
                  <c:v>0.20382165605095542</c:v>
                </c:pt>
                <c:pt idx="152">
                  <c:v>0.15923566878980891</c:v>
                </c:pt>
                <c:pt idx="153">
                  <c:v>0.12101910828025478</c:v>
                </c:pt>
                <c:pt idx="154">
                  <c:v>0.19108280254777071</c:v>
                </c:pt>
                <c:pt idx="155">
                  <c:v>0.14743589743589744</c:v>
                </c:pt>
                <c:pt idx="156">
                  <c:v>0.20512820512820512</c:v>
                </c:pt>
                <c:pt idx="157">
                  <c:v>0.22435897435897437</c:v>
                </c:pt>
                <c:pt idx="158">
                  <c:v>0.1858974358974359</c:v>
                </c:pt>
                <c:pt idx="159">
                  <c:v>0.23076923076923078</c:v>
                </c:pt>
                <c:pt idx="160">
                  <c:v>0.19230769230769232</c:v>
                </c:pt>
                <c:pt idx="161">
                  <c:v>0.16025641025641027</c:v>
                </c:pt>
                <c:pt idx="162">
                  <c:v>0.20261437908496732</c:v>
                </c:pt>
                <c:pt idx="163">
                  <c:v>0.22222222222222221</c:v>
                </c:pt>
                <c:pt idx="164">
                  <c:v>0.1437908496732026</c:v>
                </c:pt>
                <c:pt idx="165">
                  <c:v>0.16993464052287582</c:v>
                </c:pt>
                <c:pt idx="166">
                  <c:v>0.17647058823529413</c:v>
                </c:pt>
                <c:pt idx="167">
                  <c:v>0.18300653594771241</c:v>
                </c:pt>
                <c:pt idx="168">
                  <c:v>0.13071895424836602</c:v>
                </c:pt>
                <c:pt idx="169">
                  <c:v>0.22068965517241379</c:v>
                </c:pt>
                <c:pt idx="170">
                  <c:v>0.19310344827586207</c:v>
                </c:pt>
                <c:pt idx="171">
                  <c:v>0.19310344827586207</c:v>
                </c:pt>
                <c:pt idx="172">
                  <c:v>0.2</c:v>
                </c:pt>
                <c:pt idx="173">
                  <c:v>0.24827586206896551</c:v>
                </c:pt>
                <c:pt idx="174">
                  <c:v>0.16551724137931034</c:v>
                </c:pt>
                <c:pt idx="175">
                  <c:v>0.22758620689655173</c:v>
                </c:pt>
                <c:pt idx="176">
                  <c:v>0.18439716312056736</c:v>
                </c:pt>
                <c:pt idx="177">
                  <c:v>0.1702127659574468</c:v>
                </c:pt>
                <c:pt idx="178">
                  <c:v>0.22695035460992907</c:v>
                </c:pt>
                <c:pt idx="179">
                  <c:v>0.20567375886524822</c:v>
                </c:pt>
                <c:pt idx="180">
                  <c:v>0.15602836879432624</c:v>
                </c:pt>
                <c:pt idx="181">
                  <c:v>0.26241134751773049</c:v>
                </c:pt>
                <c:pt idx="182">
                  <c:v>0.1702127659574468</c:v>
                </c:pt>
                <c:pt idx="183">
                  <c:v>0.18421052631578946</c:v>
                </c:pt>
                <c:pt idx="184">
                  <c:v>0.21052631578947367</c:v>
                </c:pt>
                <c:pt idx="185">
                  <c:v>0.24210526315789474</c:v>
                </c:pt>
                <c:pt idx="186">
                  <c:v>0.18947368421052632</c:v>
                </c:pt>
                <c:pt idx="187">
                  <c:v>0.24210526315789474</c:v>
                </c:pt>
                <c:pt idx="188">
                  <c:v>0.18421052631578946</c:v>
                </c:pt>
                <c:pt idx="189">
                  <c:v>0.27894736842105261</c:v>
                </c:pt>
                <c:pt idx="190">
                  <c:v>0.22746781115879827</c:v>
                </c:pt>
                <c:pt idx="191">
                  <c:v>0.22317596566523606</c:v>
                </c:pt>
                <c:pt idx="192">
                  <c:v>0.27896995708154504</c:v>
                </c:pt>
                <c:pt idx="193">
                  <c:v>0.22317596566523606</c:v>
                </c:pt>
                <c:pt idx="194">
                  <c:v>0.26609442060085836</c:v>
                </c:pt>
                <c:pt idx="195">
                  <c:v>0.33047210300429186</c:v>
                </c:pt>
                <c:pt idx="196">
                  <c:v>0.26180257510729615</c:v>
                </c:pt>
                <c:pt idx="197">
                  <c:v>0.25735294117647056</c:v>
                </c:pt>
                <c:pt idx="198">
                  <c:v>0.24264705882352941</c:v>
                </c:pt>
                <c:pt idx="199">
                  <c:v>0.26838235294117646</c:v>
                </c:pt>
                <c:pt idx="200">
                  <c:v>0.26838235294117646</c:v>
                </c:pt>
                <c:pt idx="201">
                  <c:v>0.29411764705882354</c:v>
                </c:pt>
                <c:pt idx="202">
                  <c:v>0.27573529411764708</c:v>
                </c:pt>
                <c:pt idx="203">
                  <c:v>0.33088235294117646</c:v>
                </c:pt>
                <c:pt idx="204">
                  <c:v>0.26440677966101694</c:v>
                </c:pt>
                <c:pt idx="205">
                  <c:v>0.30508474576271188</c:v>
                </c:pt>
                <c:pt idx="206">
                  <c:v>0.29830508474576273</c:v>
                </c:pt>
                <c:pt idx="207">
                  <c:v>0.28135593220338984</c:v>
                </c:pt>
                <c:pt idx="208">
                  <c:v>0.31186440677966104</c:v>
                </c:pt>
                <c:pt idx="209">
                  <c:v>0.33559322033898303</c:v>
                </c:pt>
                <c:pt idx="210">
                  <c:v>0.31525423728813562</c:v>
                </c:pt>
                <c:pt idx="211">
                  <c:v>0.33236994219653176</c:v>
                </c:pt>
                <c:pt idx="212">
                  <c:v>0.31213872832369943</c:v>
                </c:pt>
                <c:pt idx="213">
                  <c:v>0.32369942196531792</c:v>
                </c:pt>
                <c:pt idx="214">
                  <c:v>0.24855491329479767</c:v>
                </c:pt>
                <c:pt idx="215">
                  <c:v>0.2832369942196532</c:v>
                </c:pt>
                <c:pt idx="216">
                  <c:v>0.28901734104046245</c:v>
                </c:pt>
                <c:pt idx="217">
                  <c:v>0.27456647398843931</c:v>
                </c:pt>
                <c:pt idx="218">
                  <c:v>0.28823529411764703</c:v>
                </c:pt>
                <c:pt idx="219">
                  <c:v>0.26470588235294118</c:v>
                </c:pt>
                <c:pt idx="220">
                  <c:v>0.31470588235294117</c:v>
                </c:pt>
                <c:pt idx="221">
                  <c:v>0.29705882352941176</c:v>
                </c:pt>
                <c:pt idx="222">
                  <c:v>0.30588235294117649</c:v>
                </c:pt>
                <c:pt idx="223">
                  <c:v>0.28823529411764703</c:v>
                </c:pt>
                <c:pt idx="224">
                  <c:v>0.29705882352941176</c:v>
                </c:pt>
                <c:pt idx="225">
                  <c:v>0.27089337175792505</c:v>
                </c:pt>
                <c:pt idx="226">
                  <c:v>0.31123919308357351</c:v>
                </c:pt>
                <c:pt idx="227">
                  <c:v>0.29682997118155618</c:v>
                </c:pt>
                <c:pt idx="228">
                  <c:v>0.2737752161383285</c:v>
                </c:pt>
                <c:pt idx="229">
                  <c:v>0.30835734870317005</c:v>
                </c:pt>
                <c:pt idx="230">
                  <c:v>0.33429394812680113</c:v>
                </c:pt>
                <c:pt idx="231">
                  <c:v>0.31412103746397696</c:v>
                </c:pt>
                <c:pt idx="232">
                  <c:v>0.21875</c:v>
                </c:pt>
                <c:pt idx="233">
                  <c:v>0.25520833333333331</c:v>
                </c:pt>
                <c:pt idx="234">
                  <c:v>0.29947916666666669</c:v>
                </c:pt>
                <c:pt idx="235">
                  <c:v>0.24739583333333334</c:v>
                </c:pt>
                <c:pt idx="236">
                  <c:v>0.27604166666666669</c:v>
                </c:pt>
                <c:pt idx="237">
                  <c:v>0.30729166666666669</c:v>
                </c:pt>
                <c:pt idx="238">
                  <c:v>0.33072916666666669</c:v>
                </c:pt>
                <c:pt idx="239">
                  <c:v>0.1702127659574468</c:v>
                </c:pt>
                <c:pt idx="240">
                  <c:v>0.2144026186579378</c:v>
                </c:pt>
                <c:pt idx="241">
                  <c:v>0.21276595744680851</c:v>
                </c:pt>
                <c:pt idx="242">
                  <c:v>0.22585924713584288</c:v>
                </c:pt>
                <c:pt idx="243">
                  <c:v>0.27332242225859249</c:v>
                </c:pt>
                <c:pt idx="244">
                  <c:v>0.27823240589198034</c:v>
                </c:pt>
                <c:pt idx="245">
                  <c:v>0.27004909983633391</c:v>
                </c:pt>
                <c:pt idx="246">
                  <c:v>0.20926966292134833</c:v>
                </c:pt>
                <c:pt idx="247">
                  <c:v>0.21207865168539325</c:v>
                </c:pt>
                <c:pt idx="248">
                  <c:v>0.24297752808988765</c:v>
                </c:pt>
                <c:pt idx="249">
                  <c:v>0.21067415730337077</c:v>
                </c:pt>
                <c:pt idx="250">
                  <c:v>0.22752808988764045</c:v>
                </c:pt>
                <c:pt idx="251">
                  <c:v>0.24578651685393257</c:v>
                </c:pt>
                <c:pt idx="252">
                  <c:v>0.24719101123595505</c:v>
                </c:pt>
                <c:pt idx="253">
                  <c:v>0.23316062176165803</c:v>
                </c:pt>
                <c:pt idx="254">
                  <c:v>0.21761658031088082</c:v>
                </c:pt>
                <c:pt idx="255">
                  <c:v>0.23963730569948186</c:v>
                </c:pt>
                <c:pt idx="256">
                  <c:v>0.2344559585492228</c:v>
                </c:pt>
                <c:pt idx="257">
                  <c:v>0.22279792746113988</c:v>
                </c:pt>
                <c:pt idx="258">
                  <c:v>0.2422279792746114</c:v>
                </c:pt>
                <c:pt idx="259">
                  <c:v>0.28238341968911918</c:v>
                </c:pt>
                <c:pt idx="260">
                  <c:v>0.28048780487804881</c:v>
                </c:pt>
                <c:pt idx="261">
                  <c:v>0.29573170731707316</c:v>
                </c:pt>
                <c:pt idx="262">
                  <c:v>0.19969512195121952</c:v>
                </c:pt>
                <c:pt idx="263">
                  <c:v>0.26829268292682928</c:v>
                </c:pt>
                <c:pt idx="264">
                  <c:v>0.2073170731707317</c:v>
                </c:pt>
                <c:pt idx="265">
                  <c:v>0.23323170731707318</c:v>
                </c:pt>
                <c:pt idx="266">
                  <c:v>0.2423780487804878</c:v>
                </c:pt>
                <c:pt idx="267">
                  <c:v>0.21633888048411498</c:v>
                </c:pt>
                <c:pt idx="268">
                  <c:v>0.23600605143721634</c:v>
                </c:pt>
                <c:pt idx="269">
                  <c:v>0.22844175491679275</c:v>
                </c:pt>
                <c:pt idx="270">
                  <c:v>0.22390317700453857</c:v>
                </c:pt>
                <c:pt idx="271">
                  <c:v>0.2783661119515885</c:v>
                </c:pt>
                <c:pt idx="272">
                  <c:v>0.30862329803328292</c:v>
                </c:pt>
                <c:pt idx="273">
                  <c:v>0.32526475037821484</c:v>
                </c:pt>
                <c:pt idx="274">
                  <c:v>0.2832618025751073</c:v>
                </c:pt>
                <c:pt idx="275">
                  <c:v>0.28469241773962806</c:v>
                </c:pt>
                <c:pt idx="276">
                  <c:v>0.26895565092989987</c:v>
                </c:pt>
                <c:pt idx="277">
                  <c:v>0.28183118741058655</c:v>
                </c:pt>
                <c:pt idx="278">
                  <c:v>0.27467811158798283</c:v>
                </c:pt>
                <c:pt idx="279">
                  <c:v>0.28612303290414881</c:v>
                </c:pt>
                <c:pt idx="280">
                  <c:v>0.27467811158798283</c:v>
                </c:pt>
                <c:pt idx="281">
                  <c:v>0.28013029315960913</c:v>
                </c:pt>
                <c:pt idx="282">
                  <c:v>0.26058631921824105</c:v>
                </c:pt>
                <c:pt idx="283">
                  <c:v>0.2736156351791531</c:v>
                </c:pt>
                <c:pt idx="284">
                  <c:v>0.27850162866449513</c:v>
                </c:pt>
                <c:pt idx="285">
                  <c:v>0.250814332247557</c:v>
                </c:pt>
                <c:pt idx="286">
                  <c:v>0.23778501628664495</c:v>
                </c:pt>
                <c:pt idx="287">
                  <c:v>0.27035830618892509</c:v>
                </c:pt>
                <c:pt idx="288">
                  <c:v>0.24587155963302754</c:v>
                </c:pt>
                <c:pt idx="289">
                  <c:v>0.27339449541284405</c:v>
                </c:pt>
                <c:pt idx="290">
                  <c:v>0.24220183486238533</c:v>
                </c:pt>
                <c:pt idx="291">
                  <c:v>0.24036697247706423</c:v>
                </c:pt>
                <c:pt idx="292">
                  <c:v>0.19082568807339451</c:v>
                </c:pt>
                <c:pt idx="293">
                  <c:v>0.19266055045871561</c:v>
                </c:pt>
                <c:pt idx="294">
                  <c:v>0.19266055045871561</c:v>
                </c:pt>
                <c:pt idx="295">
                  <c:v>0.2132701421800948</c:v>
                </c:pt>
                <c:pt idx="296">
                  <c:v>0.23933649289099526</c:v>
                </c:pt>
                <c:pt idx="297">
                  <c:v>0.21800947867298578</c:v>
                </c:pt>
                <c:pt idx="298">
                  <c:v>0.16113744075829384</c:v>
                </c:pt>
                <c:pt idx="299">
                  <c:v>0.17772511848341233</c:v>
                </c:pt>
                <c:pt idx="300">
                  <c:v>0.17298578199052134</c:v>
                </c:pt>
                <c:pt idx="301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CC-41C7-866E-C90031F40F75}"/>
            </c:ext>
          </c:extLst>
        </c:ser>
        <c:ser>
          <c:idx val="1"/>
          <c:order val="1"/>
          <c:tx>
            <c:strRef>
              <c:f>'Sticky Factor'!$F$1</c:f>
              <c:strCache>
                <c:ptCount val="1"/>
                <c:pt idx="0">
                  <c:v>SF (month)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40"/>
              <c:layout>
                <c:manualLayout>
                  <c:x val="-8.5812247164456526E-2"/>
                  <c:y val="5.55443786464664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DCC-41C7-866E-C90031F40F75}"/>
                </c:ext>
              </c:extLst>
            </c:dLbl>
            <c:dLbl>
              <c:idx val="241"/>
              <c:layout>
                <c:manualLayout>
                  <c:x val="0"/>
                  <c:y val="1.23431952547702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DCC-41C7-866E-C90031F40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'Sticky Factor'!$A:$A</c:f>
              <c:strCache>
                <c:ptCount val="303"/>
                <c:pt idx="0">
                  <c:v>02.07.2022</c:v>
                </c:pt>
                <c:pt idx="1">
                  <c:v>03.07.2022</c:v>
                </c:pt>
                <c:pt idx="2">
                  <c:v>04.07.2022</c:v>
                </c:pt>
                <c:pt idx="3">
                  <c:v>05.07.2022</c:v>
                </c:pt>
                <c:pt idx="4">
                  <c:v>06.07.2022</c:v>
                </c:pt>
                <c:pt idx="5">
                  <c:v>07.07.2022</c:v>
                </c:pt>
                <c:pt idx="6">
                  <c:v>08.07.2022</c:v>
                </c:pt>
                <c:pt idx="7">
                  <c:v>09.07.2022</c:v>
                </c:pt>
                <c:pt idx="8">
                  <c:v>10.07.2022</c:v>
                </c:pt>
                <c:pt idx="9">
                  <c:v>11.07.2022</c:v>
                </c:pt>
                <c:pt idx="10">
                  <c:v>12.07.2022</c:v>
                </c:pt>
                <c:pt idx="11">
                  <c:v>13.07.2022</c:v>
                </c:pt>
                <c:pt idx="12">
                  <c:v>14.07.2022</c:v>
                </c:pt>
                <c:pt idx="13">
                  <c:v>15.07.2022</c:v>
                </c:pt>
                <c:pt idx="14">
                  <c:v>16.07.2022</c:v>
                </c:pt>
                <c:pt idx="15">
                  <c:v>17.07.2022</c:v>
                </c:pt>
                <c:pt idx="16">
                  <c:v>18.07.2022</c:v>
                </c:pt>
                <c:pt idx="17">
                  <c:v>19.07.2022</c:v>
                </c:pt>
                <c:pt idx="18">
                  <c:v>20.07.2022</c:v>
                </c:pt>
                <c:pt idx="19">
                  <c:v>21.07.2022</c:v>
                </c:pt>
                <c:pt idx="20">
                  <c:v>22.07.2022</c:v>
                </c:pt>
                <c:pt idx="21">
                  <c:v>23.07.2022</c:v>
                </c:pt>
                <c:pt idx="22">
                  <c:v>24.07.2022</c:v>
                </c:pt>
                <c:pt idx="23">
                  <c:v>25.07.2022</c:v>
                </c:pt>
                <c:pt idx="24">
                  <c:v>26.07.2022</c:v>
                </c:pt>
                <c:pt idx="25">
                  <c:v>27.07.2022</c:v>
                </c:pt>
                <c:pt idx="26">
                  <c:v>28.07.2022</c:v>
                </c:pt>
                <c:pt idx="27">
                  <c:v>29.07.2022</c:v>
                </c:pt>
                <c:pt idx="28">
                  <c:v>30.07.2022</c:v>
                </c:pt>
                <c:pt idx="29">
                  <c:v>31.07.2022</c:v>
                </c:pt>
                <c:pt idx="30">
                  <c:v>01.08.2022</c:v>
                </c:pt>
                <c:pt idx="31">
                  <c:v>02.08.2022</c:v>
                </c:pt>
                <c:pt idx="32">
                  <c:v>03.08.2022</c:v>
                </c:pt>
                <c:pt idx="33">
                  <c:v>04.08.2022</c:v>
                </c:pt>
                <c:pt idx="34">
                  <c:v>05.08.2022</c:v>
                </c:pt>
                <c:pt idx="35">
                  <c:v>06.08.2022</c:v>
                </c:pt>
                <c:pt idx="36">
                  <c:v>07.08.2022</c:v>
                </c:pt>
                <c:pt idx="37">
                  <c:v>08.08.2022</c:v>
                </c:pt>
                <c:pt idx="38">
                  <c:v>09.08.2022</c:v>
                </c:pt>
                <c:pt idx="39">
                  <c:v>10.08.2022</c:v>
                </c:pt>
                <c:pt idx="40">
                  <c:v>11.08.2022</c:v>
                </c:pt>
                <c:pt idx="41">
                  <c:v>12.08.2022</c:v>
                </c:pt>
                <c:pt idx="42">
                  <c:v>13.08.2022</c:v>
                </c:pt>
                <c:pt idx="43">
                  <c:v>14.08.2022</c:v>
                </c:pt>
                <c:pt idx="44">
                  <c:v>15.08.2022</c:v>
                </c:pt>
                <c:pt idx="45">
                  <c:v>16.08.2022</c:v>
                </c:pt>
                <c:pt idx="46">
                  <c:v>17.08.2022</c:v>
                </c:pt>
                <c:pt idx="47">
                  <c:v>18.08.2022</c:v>
                </c:pt>
                <c:pt idx="48">
                  <c:v>19.08.2022</c:v>
                </c:pt>
                <c:pt idx="49">
                  <c:v>20.08.2022</c:v>
                </c:pt>
                <c:pt idx="50">
                  <c:v>21.08.2022</c:v>
                </c:pt>
                <c:pt idx="51">
                  <c:v>22.08.2022</c:v>
                </c:pt>
                <c:pt idx="52">
                  <c:v>23.08.2022</c:v>
                </c:pt>
                <c:pt idx="53">
                  <c:v>24.08.2022</c:v>
                </c:pt>
                <c:pt idx="54">
                  <c:v>25.08.2022</c:v>
                </c:pt>
                <c:pt idx="55">
                  <c:v>26.08.2022</c:v>
                </c:pt>
                <c:pt idx="56">
                  <c:v>27.08.2022</c:v>
                </c:pt>
                <c:pt idx="57">
                  <c:v>28.08.2022</c:v>
                </c:pt>
                <c:pt idx="58">
                  <c:v>29.08.2022</c:v>
                </c:pt>
                <c:pt idx="59">
                  <c:v>30.08.2022</c:v>
                </c:pt>
                <c:pt idx="60">
                  <c:v>31.08.2022</c:v>
                </c:pt>
                <c:pt idx="61">
                  <c:v>01.09.2022</c:v>
                </c:pt>
                <c:pt idx="62">
                  <c:v>02.09.2022</c:v>
                </c:pt>
                <c:pt idx="63">
                  <c:v>03.09.2022</c:v>
                </c:pt>
                <c:pt idx="64">
                  <c:v>04.09.2022</c:v>
                </c:pt>
                <c:pt idx="65">
                  <c:v>05.09.2022</c:v>
                </c:pt>
                <c:pt idx="66">
                  <c:v>06.09.2022</c:v>
                </c:pt>
                <c:pt idx="67">
                  <c:v>07.09.2022</c:v>
                </c:pt>
                <c:pt idx="68">
                  <c:v>08.09.2022</c:v>
                </c:pt>
                <c:pt idx="69">
                  <c:v>09.09.2022</c:v>
                </c:pt>
                <c:pt idx="70">
                  <c:v>10.09.2022</c:v>
                </c:pt>
                <c:pt idx="71">
                  <c:v>11.09.2022</c:v>
                </c:pt>
                <c:pt idx="72">
                  <c:v>12.09.2022</c:v>
                </c:pt>
                <c:pt idx="73">
                  <c:v>13.09.2022</c:v>
                </c:pt>
                <c:pt idx="74">
                  <c:v>14.09.2022</c:v>
                </c:pt>
                <c:pt idx="75">
                  <c:v>15.09.2022</c:v>
                </c:pt>
                <c:pt idx="76">
                  <c:v>16.09.2022</c:v>
                </c:pt>
                <c:pt idx="77">
                  <c:v>17.09.2022</c:v>
                </c:pt>
                <c:pt idx="78">
                  <c:v>18.09.2022</c:v>
                </c:pt>
                <c:pt idx="79">
                  <c:v>19.09.2022</c:v>
                </c:pt>
                <c:pt idx="80">
                  <c:v>20.09.2022</c:v>
                </c:pt>
                <c:pt idx="81">
                  <c:v>21.09.2022</c:v>
                </c:pt>
                <c:pt idx="82">
                  <c:v>22.09.2022</c:v>
                </c:pt>
                <c:pt idx="83">
                  <c:v>23.09.2022</c:v>
                </c:pt>
                <c:pt idx="84">
                  <c:v>24.09.2022</c:v>
                </c:pt>
                <c:pt idx="85">
                  <c:v>25.09.2022</c:v>
                </c:pt>
                <c:pt idx="86">
                  <c:v>26.09.2022</c:v>
                </c:pt>
                <c:pt idx="87">
                  <c:v>27.09.2022</c:v>
                </c:pt>
                <c:pt idx="88">
                  <c:v>28.09.2022</c:v>
                </c:pt>
                <c:pt idx="89">
                  <c:v>29.09.2022</c:v>
                </c:pt>
                <c:pt idx="90">
                  <c:v>30.09.2022</c:v>
                </c:pt>
                <c:pt idx="91">
                  <c:v>01.10.2022</c:v>
                </c:pt>
                <c:pt idx="92">
                  <c:v>02.10.2022</c:v>
                </c:pt>
                <c:pt idx="93">
                  <c:v>03.10.2022</c:v>
                </c:pt>
                <c:pt idx="94">
                  <c:v>04.10.2022</c:v>
                </c:pt>
                <c:pt idx="95">
                  <c:v>05.10.2022</c:v>
                </c:pt>
                <c:pt idx="96">
                  <c:v>06.10.2022</c:v>
                </c:pt>
                <c:pt idx="97">
                  <c:v>07.10.2022</c:v>
                </c:pt>
                <c:pt idx="98">
                  <c:v>08.10.2022</c:v>
                </c:pt>
                <c:pt idx="99">
                  <c:v>09.10.2022</c:v>
                </c:pt>
                <c:pt idx="100">
                  <c:v>10.10.2022</c:v>
                </c:pt>
                <c:pt idx="101">
                  <c:v>11.10.2022</c:v>
                </c:pt>
                <c:pt idx="102">
                  <c:v>12.10.2022</c:v>
                </c:pt>
                <c:pt idx="103">
                  <c:v>13.10.2022</c:v>
                </c:pt>
                <c:pt idx="104">
                  <c:v>14.10.2022</c:v>
                </c:pt>
                <c:pt idx="105">
                  <c:v>15.10.2022</c:v>
                </c:pt>
                <c:pt idx="106">
                  <c:v>16.10.2022</c:v>
                </c:pt>
                <c:pt idx="107">
                  <c:v>17.10.2022</c:v>
                </c:pt>
                <c:pt idx="108">
                  <c:v>18.10.2022</c:v>
                </c:pt>
                <c:pt idx="109">
                  <c:v>19.10.2022</c:v>
                </c:pt>
                <c:pt idx="110">
                  <c:v>20.10.2022</c:v>
                </c:pt>
                <c:pt idx="111">
                  <c:v>21.10.2022</c:v>
                </c:pt>
                <c:pt idx="112">
                  <c:v>22.10.2022</c:v>
                </c:pt>
                <c:pt idx="113">
                  <c:v>23.10.2022</c:v>
                </c:pt>
                <c:pt idx="114">
                  <c:v>24.10.2022</c:v>
                </c:pt>
                <c:pt idx="115">
                  <c:v>25.10.2022</c:v>
                </c:pt>
                <c:pt idx="116">
                  <c:v>26.10.2022</c:v>
                </c:pt>
                <c:pt idx="117">
                  <c:v>27.10.2022</c:v>
                </c:pt>
                <c:pt idx="118">
                  <c:v>28.10.2022</c:v>
                </c:pt>
                <c:pt idx="119">
                  <c:v>29.10.2022</c:v>
                </c:pt>
                <c:pt idx="120">
                  <c:v>30.10.2022</c:v>
                </c:pt>
                <c:pt idx="121">
                  <c:v>31.10.2022</c:v>
                </c:pt>
                <c:pt idx="122">
                  <c:v>01.11.2022</c:v>
                </c:pt>
                <c:pt idx="123">
                  <c:v>02.11.2022</c:v>
                </c:pt>
                <c:pt idx="124">
                  <c:v>03.11.2022</c:v>
                </c:pt>
                <c:pt idx="125">
                  <c:v>04.11.2022</c:v>
                </c:pt>
                <c:pt idx="126">
                  <c:v>05.11.2022</c:v>
                </c:pt>
                <c:pt idx="127">
                  <c:v>06.11.2022</c:v>
                </c:pt>
                <c:pt idx="128">
                  <c:v>07.11.2022</c:v>
                </c:pt>
                <c:pt idx="129">
                  <c:v>08.11.2022</c:v>
                </c:pt>
                <c:pt idx="130">
                  <c:v>09.11.2022</c:v>
                </c:pt>
                <c:pt idx="131">
                  <c:v>10.11.2022</c:v>
                </c:pt>
                <c:pt idx="132">
                  <c:v>11.11.2022</c:v>
                </c:pt>
                <c:pt idx="133">
                  <c:v>12.11.2022</c:v>
                </c:pt>
                <c:pt idx="134">
                  <c:v>13.11.2022</c:v>
                </c:pt>
                <c:pt idx="135">
                  <c:v>14.11.2022</c:v>
                </c:pt>
                <c:pt idx="136">
                  <c:v>15.11.2022</c:v>
                </c:pt>
                <c:pt idx="137">
                  <c:v>16.11.2022</c:v>
                </c:pt>
                <c:pt idx="138">
                  <c:v>17.11.2022</c:v>
                </c:pt>
                <c:pt idx="139">
                  <c:v>18.11.2022</c:v>
                </c:pt>
                <c:pt idx="140">
                  <c:v>19.11.2022</c:v>
                </c:pt>
                <c:pt idx="141">
                  <c:v>20.11.2022</c:v>
                </c:pt>
                <c:pt idx="142">
                  <c:v>21.11.2022</c:v>
                </c:pt>
                <c:pt idx="143">
                  <c:v>22.11.2022</c:v>
                </c:pt>
                <c:pt idx="144">
                  <c:v>23.11.2022</c:v>
                </c:pt>
                <c:pt idx="145">
                  <c:v>24.11.2022</c:v>
                </c:pt>
                <c:pt idx="146">
                  <c:v>25.11.2022</c:v>
                </c:pt>
                <c:pt idx="147">
                  <c:v>26.11.2022</c:v>
                </c:pt>
                <c:pt idx="148">
                  <c:v>27.11.2022</c:v>
                </c:pt>
                <c:pt idx="149">
                  <c:v>28.11.2022</c:v>
                </c:pt>
                <c:pt idx="150">
                  <c:v>29.11.2022</c:v>
                </c:pt>
                <c:pt idx="151">
                  <c:v>30.11.2022</c:v>
                </c:pt>
                <c:pt idx="152">
                  <c:v>01.12.2022</c:v>
                </c:pt>
                <c:pt idx="153">
                  <c:v>02.12.2022</c:v>
                </c:pt>
                <c:pt idx="154">
                  <c:v>03.12.2022</c:v>
                </c:pt>
                <c:pt idx="155">
                  <c:v>04.12.2022</c:v>
                </c:pt>
                <c:pt idx="156">
                  <c:v>05.12.2022</c:v>
                </c:pt>
                <c:pt idx="157">
                  <c:v>06.12.2022</c:v>
                </c:pt>
                <c:pt idx="158">
                  <c:v>07.12.2022</c:v>
                </c:pt>
                <c:pt idx="159">
                  <c:v>08.12.2022</c:v>
                </c:pt>
                <c:pt idx="160">
                  <c:v>09.12.2022</c:v>
                </c:pt>
                <c:pt idx="161">
                  <c:v>10.12.2022</c:v>
                </c:pt>
                <c:pt idx="162">
                  <c:v>11.12.2022</c:v>
                </c:pt>
                <c:pt idx="163">
                  <c:v>12.12.2022</c:v>
                </c:pt>
                <c:pt idx="164">
                  <c:v>13.12.2022</c:v>
                </c:pt>
                <c:pt idx="165">
                  <c:v>14.12.2022</c:v>
                </c:pt>
                <c:pt idx="166">
                  <c:v>15.12.2022</c:v>
                </c:pt>
                <c:pt idx="167">
                  <c:v>16.12.2022</c:v>
                </c:pt>
                <c:pt idx="168">
                  <c:v>17.12.2022</c:v>
                </c:pt>
                <c:pt idx="169">
                  <c:v>18.12.2022</c:v>
                </c:pt>
                <c:pt idx="170">
                  <c:v>19.12.2022</c:v>
                </c:pt>
                <c:pt idx="171">
                  <c:v>20.12.2022</c:v>
                </c:pt>
                <c:pt idx="172">
                  <c:v>21.12.2022</c:v>
                </c:pt>
                <c:pt idx="173">
                  <c:v>22.12.2022</c:v>
                </c:pt>
                <c:pt idx="174">
                  <c:v>23.12.2022</c:v>
                </c:pt>
                <c:pt idx="175">
                  <c:v>24.12.2022</c:v>
                </c:pt>
                <c:pt idx="176">
                  <c:v>25.12.2022</c:v>
                </c:pt>
                <c:pt idx="177">
                  <c:v>26.12.2022</c:v>
                </c:pt>
                <c:pt idx="178">
                  <c:v>27.12.2022</c:v>
                </c:pt>
                <c:pt idx="179">
                  <c:v>28.12.2022</c:v>
                </c:pt>
                <c:pt idx="180">
                  <c:v>29.12.2022</c:v>
                </c:pt>
                <c:pt idx="181">
                  <c:v>30.12.2022</c:v>
                </c:pt>
                <c:pt idx="182">
                  <c:v>31.12.2022</c:v>
                </c:pt>
                <c:pt idx="183">
                  <c:v>01.01.2023</c:v>
                </c:pt>
                <c:pt idx="184">
                  <c:v>02.01.2023</c:v>
                </c:pt>
                <c:pt idx="185">
                  <c:v>03.01.2023</c:v>
                </c:pt>
                <c:pt idx="186">
                  <c:v>04.01.2023</c:v>
                </c:pt>
                <c:pt idx="187">
                  <c:v>05.01.2023</c:v>
                </c:pt>
                <c:pt idx="188">
                  <c:v>06.01.2023</c:v>
                </c:pt>
                <c:pt idx="189">
                  <c:v>07.01.2023</c:v>
                </c:pt>
                <c:pt idx="190">
                  <c:v>08.01.2023</c:v>
                </c:pt>
                <c:pt idx="191">
                  <c:v>09.01.2023</c:v>
                </c:pt>
                <c:pt idx="192">
                  <c:v>10.01.2023</c:v>
                </c:pt>
                <c:pt idx="193">
                  <c:v>11.01.2023</c:v>
                </c:pt>
                <c:pt idx="194">
                  <c:v>12.01.2023</c:v>
                </c:pt>
                <c:pt idx="195">
                  <c:v>13.01.2023</c:v>
                </c:pt>
                <c:pt idx="196">
                  <c:v>14.01.2023</c:v>
                </c:pt>
                <c:pt idx="197">
                  <c:v>15.01.2023</c:v>
                </c:pt>
                <c:pt idx="198">
                  <c:v>16.01.2023</c:v>
                </c:pt>
                <c:pt idx="199">
                  <c:v>17.01.2023</c:v>
                </c:pt>
                <c:pt idx="200">
                  <c:v>18.01.2023</c:v>
                </c:pt>
                <c:pt idx="201">
                  <c:v>19.01.2023</c:v>
                </c:pt>
                <c:pt idx="202">
                  <c:v>20.01.2023</c:v>
                </c:pt>
                <c:pt idx="203">
                  <c:v>21.01.2023</c:v>
                </c:pt>
                <c:pt idx="204">
                  <c:v>22.01.2023</c:v>
                </c:pt>
                <c:pt idx="205">
                  <c:v>23.01.2023</c:v>
                </c:pt>
                <c:pt idx="206">
                  <c:v>24.01.2023</c:v>
                </c:pt>
                <c:pt idx="207">
                  <c:v>25.01.2023</c:v>
                </c:pt>
                <c:pt idx="208">
                  <c:v>26.01.2023</c:v>
                </c:pt>
                <c:pt idx="209">
                  <c:v>27.01.2023</c:v>
                </c:pt>
                <c:pt idx="210">
                  <c:v>28.01.2023</c:v>
                </c:pt>
                <c:pt idx="211">
                  <c:v>29.01.2023</c:v>
                </c:pt>
                <c:pt idx="212">
                  <c:v>30.01.2023</c:v>
                </c:pt>
                <c:pt idx="213">
                  <c:v>31.01.2023</c:v>
                </c:pt>
                <c:pt idx="214">
                  <c:v>01.02.2023</c:v>
                </c:pt>
                <c:pt idx="215">
                  <c:v>02.02.2023</c:v>
                </c:pt>
                <c:pt idx="216">
                  <c:v>03.02.2023</c:v>
                </c:pt>
                <c:pt idx="217">
                  <c:v>04.02.2023</c:v>
                </c:pt>
                <c:pt idx="218">
                  <c:v>05.02.2023</c:v>
                </c:pt>
                <c:pt idx="219">
                  <c:v>06.02.2023</c:v>
                </c:pt>
                <c:pt idx="220">
                  <c:v>07.02.2023</c:v>
                </c:pt>
                <c:pt idx="221">
                  <c:v>08.02.2023</c:v>
                </c:pt>
                <c:pt idx="222">
                  <c:v>09.02.2023</c:v>
                </c:pt>
                <c:pt idx="223">
                  <c:v>10.02.2023</c:v>
                </c:pt>
                <c:pt idx="224">
                  <c:v>11.02.2023</c:v>
                </c:pt>
                <c:pt idx="225">
                  <c:v>12.02.2023</c:v>
                </c:pt>
                <c:pt idx="226">
                  <c:v>13.02.2023</c:v>
                </c:pt>
                <c:pt idx="227">
                  <c:v>14.02.2023</c:v>
                </c:pt>
                <c:pt idx="228">
                  <c:v>15.02.2023</c:v>
                </c:pt>
                <c:pt idx="229">
                  <c:v>16.02.2023</c:v>
                </c:pt>
                <c:pt idx="230">
                  <c:v>17.02.2023</c:v>
                </c:pt>
                <c:pt idx="231">
                  <c:v>18.02.2023</c:v>
                </c:pt>
                <c:pt idx="232">
                  <c:v>19.02.2023</c:v>
                </c:pt>
                <c:pt idx="233">
                  <c:v>20.02.2023</c:v>
                </c:pt>
                <c:pt idx="234">
                  <c:v>21.02.2023</c:v>
                </c:pt>
                <c:pt idx="235">
                  <c:v>22.02.2023</c:v>
                </c:pt>
                <c:pt idx="236">
                  <c:v>23.02.2023</c:v>
                </c:pt>
                <c:pt idx="237">
                  <c:v>24.02.2023</c:v>
                </c:pt>
                <c:pt idx="238">
                  <c:v>25.02.2023</c:v>
                </c:pt>
                <c:pt idx="239">
                  <c:v>26.02.2023</c:v>
                </c:pt>
                <c:pt idx="240">
                  <c:v>27.02.2023</c:v>
                </c:pt>
                <c:pt idx="241">
                  <c:v>28.02.2023</c:v>
                </c:pt>
                <c:pt idx="242">
                  <c:v>01.03.2023</c:v>
                </c:pt>
                <c:pt idx="243">
                  <c:v>02.03.2023</c:v>
                </c:pt>
                <c:pt idx="244">
                  <c:v>03.03.2023</c:v>
                </c:pt>
                <c:pt idx="245">
                  <c:v>04.03.2023</c:v>
                </c:pt>
                <c:pt idx="246">
                  <c:v>05.03.2023</c:v>
                </c:pt>
                <c:pt idx="247">
                  <c:v>06.03.2023</c:v>
                </c:pt>
                <c:pt idx="248">
                  <c:v>07.03.2023</c:v>
                </c:pt>
                <c:pt idx="249">
                  <c:v>08.03.2023</c:v>
                </c:pt>
                <c:pt idx="250">
                  <c:v>09.03.2023</c:v>
                </c:pt>
                <c:pt idx="251">
                  <c:v>10.03.2023</c:v>
                </c:pt>
                <c:pt idx="252">
                  <c:v>11.03.2023</c:v>
                </c:pt>
                <c:pt idx="253">
                  <c:v>12.03.2023</c:v>
                </c:pt>
                <c:pt idx="254">
                  <c:v>13.03.2023</c:v>
                </c:pt>
                <c:pt idx="255">
                  <c:v>14.03.2023</c:v>
                </c:pt>
                <c:pt idx="256">
                  <c:v>15.03.2023</c:v>
                </c:pt>
                <c:pt idx="257">
                  <c:v>16.03.2023</c:v>
                </c:pt>
                <c:pt idx="258">
                  <c:v>17.03.2023</c:v>
                </c:pt>
                <c:pt idx="259">
                  <c:v>18.03.2023</c:v>
                </c:pt>
                <c:pt idx="260">
                  <c:v>19.03.2023</c:v>
                </c:pt>
                <c:pt idx="261">
                  <c:v>20.03.2023</c:v>
                </c:pt>
                <c:pt idx="262">
                  <c:v>21.03.2023</c:v>
                </c:pt>
                <c:pt idx="263">
                  <c:v>22.03.2023</c:v>
                </c:pt>
                <c:pt idx="264">
                  <c:v>23.03.2023</c:v>
                </c:pt>
                <c:pt idx="265">
                  <c:v>24.03.2023</c:v>
                </c:pt>
                <c:pt idx="266">
                  <c:v>25.03.2023</c:v>
                </c:pt>
                <c:pt idx="267">
                  <c:v>26.03.2023</c:v>
                </c:pt>
                <c:pt idx="268">
                  <c:v>27.03.2023</c:v>
                </c:pt>
                <c:pt idx="269">
                  <c:v>28.03.2023</c:v>
                </c:pt>
                <c:pt idx="270">
                  <c:v>29.03.2023</c:v>
                </c:pt>
                <c:pt idx="271">
                  <c:v>30.03.2023</c:v>
                </c:pt>
                <c:pt idx="272">
                  <c:v>31.03.2023</c:v>
                </c:pt>
                <c:pt idx="273">
                  <c:v>01.04.2023</c:v>
                </c:pt>
                <c:pt idx="274">
                  <c:v>02.04.2023</c:v>
                </c:pt>
                <c:pt idx="275">
                  <c:v>03.04.2023</c:v>
                </c:pt>
                <c:pt idx="276">
                  <c:v>04.04.2023</c:v>
                </c:pt>
                <c:pt idx="277">
                  <c:v>05.04.2023</c:v>
                </c:pt>
                <c:pt idx="278">
                  <c:v>06.04.2023</c:v>
                </c:pt>
                <c:pt idx="279">
                  <c:v>07.04.2023</c:v>
                </c:pt>
                <c:pt idx="280">
                  <c:v>08.04.2023</c:v>
                </c:pt>
                <c:pt idx="281">
                  <c:v>09.04.2023</c:v>
                </c:pt>
                <c:pt idx="282">
                  <c:v>10.04.2023</c:v>
                </c:pt>
                <c:pt idx="283">
                  <c:v>11.04.2023</c:v>
                </c:pt>
                <c:pt idx="284">
                  <c:v>12.04.2023</c:v>
                </c:pt>
                <c:pt idx="285">
                  <c:v>13.04.2023</c:v>
                </c:pt>
                <c:pt idx="286">
                  <c:v>14.04.2023</c:v>
                </c:pt>
                <c:pt idx="287">
                  <c:v>15.04.2023</c:v>
                </c:pt>
                <c:pt idx="288">
                  <c:v>16.04.2023</c:v>
                </c:pt>
                <c:pt idx="289">
                  <c:v>17.04.2023</c:v>
                </c:pt>
                <c:pt idx="290">
                  <c:v>18.04.2023</c:v>
                </c:pt>
                <c:pt idx="291">
                  <c:v>19.04.2023</c:v>
                </c:pt>
                <c:pt idx="292">
                  <c:v>20.04.2023</c:v>
                </c:pt>
                <c:pt idx="293">
                  <c:v>21.04.2023</c:v>
                </c:pt>
                <c:pt idx="294">
                  <c:v>22.04.2023</c:v>
                </c:pt>
                <c:pt idx="295">
                  <c:v>23.04.2023</c:v>
                </c:pt>
                <c:pt idx="296">
                  <c:v>24.04.2023</c:v>
                </c:pt>
                <c:pt idx="297">
                  <c:v>25.04.2023</c:v>
                </c:pt>
                <c:pt idx="298">
                  <c:v>26.04.2023</c:v>
                </c:pt>
                <c:pt idx="299">
                  <c:v>27.04.2023</c:v>
                </c:pt>
                <c:pt idx="300">
                  <c:v>28.04.2023</c:v>
                </c:pt>
                <c:pt idx="301">
                  <c:v>29.04.2023</c:v>
                </c:pt>
                <c:pt idx="302">
                  <c:v>30.04.2023</c:v>
                </c:pt>
              </c:strCache>
            </c:strRef>
          </c:cat>
          <c:val>
            <c:numRef>
              <c:f>'Sticky Factor'!$F$2:$F$304</c:f>
              <c:numCache>
                <c:formatCode>General</c:formatCode>
                <c:ptCount val="302"/>
                <c:pt idx="0">
                  <c:v>3.1088082901554404E-2</c:v>
                </c:pt>
                <c:pt idx="1">
                  <c:v>2.5906735751295335E-2</c:v>
                </c:pt>
                <c:pt idx="2">
                  <c:v>5.181347150259067E-2</c:v>
                </c:pt>
                <c:pt idx="3">
                  <c:v>2.5906735751295335E-2</c:v>
                </c:pt>
                <c:pt idx="4">
                  <c:v>6.7357512953367879E-2</c:v>
                </c:pt>
                <c:pt idx="5">
                  <c:v>0.11398963730569948</c:v>
                </c:pt>
                <c:pt idx="6">
                  <c:v>0.11398963730569948</c:v>
                </c:pt>
                <c:pt idx="7">
                  <c:v>0.13471502590673576</c:v>
                </c:pt>
                <c:pt idx="8">
                  <c:v>0.11917098445595854</c:v>
                </c:pt>
                <c:pt idx="9">
                  <c:v>0.12435233160621761</c:v>
                </c:pt>
                <c:pt idx="10">
                  <c:v>0.15544041450777202</c:v>
                </c:pt>
                <c:pt idx="11">
                  <c:v>0.16580310880829016</c:v>
                </c:pt>
                <c:pt idx="12">
                  <c:v>0.12953367875647667</c:v>
                </c:pt>
                <c:pt idx="13">
                  <c:v>0.17616580310880828</c:v>
                </c:pt>
                <c:pt idx="14">
                  <c:v>0.20207253886010362</c:v>
                </c:pt>
                <c:pt idx="15">
                  <c:v>0.11398963730569948</c:v>
                </c:pt>
                <c:pt idx="16">
                  <c:v>0.19689119170984457</c:v>
                </c:pt>
                <c:pt idx="17">
                  <c:v>0.17616580310880828</c:v>
                </c:pt>
                <c:pt idx="18">
                  <c:v>0.25906735751295334</c:v>
                </c:pt>
                <c:pt idx="19">
                  <c:v>0.22279792746113988</c:v>
                </c:pt>
                <c:pt idx="20">
                  <c:v>0.22279792746113988</c:v>
                </c:pt>
                <c:pt idx="21">
                  <c:v>0.27461139896373055</c:v>
                </c:pt>
                <c:pt idx="22">
                  <c:v>0.32642487046632124</c:v>
                </c:pt>
                <c:pt idx="23">
                  <c:v>0.24870466321243523</c:v>
                </c:pt>
                <c:pt idx="24">
                  <c:v>0.30569948186528495</c:v>
                </c:pt>
                <c:pt idx="25">
                  <c:v>0.30569948186528495</c:v>
                </c:pt>
                <c:pt idx="26">
                  <c:v>0.31606217616580312</c:v>
                </c:pt>
                <c:pt idx="27">
                  <c:v>0.33160621761658032</c:v>
                </c:pt>
                <c:pt idx="28">
                  <c:v>0.33160621761658032</c:v>
                </c:pt>
                <c:pt idx="29">
                  <c:v>0.14207650273224043</c:v>
                </c:pt>
                <c:pt idx="30">
                  <c:v>0.16939890710382513</c:v>
                </c:pt>
                <c:pt idx="31">
                  <c:v>0.15027322404371585</c:v>
                </c:pt>
                <c:pt idx="32">
                  <c:v>0.16393442622950818</c:v>
                </c:pt>
                <c:pt idx="33">
                  <c:v>0.14207650273224043</c:v>
                </c:pt>
                <c:pt idx="34">
                  <c:v>0.16939890710382513</c:v>
                </c:pt>
                <c:pt idx="35">
                  <c:v>0.16120218579234974</c:v>
                </c:pt>
                <c:pt idx="36">
                  <c:v>0.15846994535519127</c:v>
                </c:pt>
                <c:pt idx="37">
                  <c:v>0.1448087431693989</c:v>
                </c:pt>
                <c:pt idx="38">
                  <c:v>0.15027322404371585</c:v>
                </c:pt>
                <c:pt idx="39">
                  <c:v>0.17759562841530055</c:v>
                </c:pt>
                <c:pt idx="40">
                  <c:v>0.14754098360655737</c:v>
                </c:pt>
                <c:pt idx="41">
                  <c:v>0.20218579234972678</c:v>
                </c:pt>
                <c:pt idx="42">
                  <c:v>0.16120218579234974</c:v>
                </c:pt>
                <c:pt idx="43">
                  <c:v>0.14754098360655737</c:v>
                </c:pt>
                <c:pt idx="44">
                  <c:v>0.18579234972677597</c:v>
                </c:pt>
                <c:pt idx="45">
                  <c:v>0.16120218579234974</c:v>
                </c:pt>
                <c:pt idx="46">
                  <c:v>0.16666666666666666</c:v>
                </c:pt>
                <c:pt idx="47">
                  <c:v>0.15846994535519127</c:v>
                </c:pt>
                <c:pt idx="48">
                  <c:v>0.1830601092896175</c:v>
                </c:pt>
                <c:pt idx="49">
                  <c:v>0.16939890710382513</c:v>
                </c:pt>
                <c:pt idx="50">
                  <c:v>0.1448087431693989</c:v>
                </c:pt>
                <c:pt idx="51">
                  <c:v>0.16393442622950818</c:v>
                </c:pt>
                <c:pt idx="52">
                  <c:v>0.1830601092896175</c:v>
                </c:pt>
                <c:pt idx="53">
                  <c:v>0.1830601092896175</c:v>
                </c:pt>
                <c:pt idx="54">
                  <c:v>0.16666666666666666</c:v>
                </c:pt>
                <c:pt idx="55">
                  <c:v>0.1721311475409836</c:v>
                </c:pt>
                <c:pt idx="56">
                  <c:v>0.16666666666666666</c:v>
                </c:pt>
                <c:pt idx="57">
                  <c:v>0.14754098360655737</c:v>
                </c:pt>
                <c:pt idx="58">
                  <c:v>0.19672131147540983</c:v>
                </c:pt>
                <c:pt idx="59">
                  <c:v>0.14754098360655737</c:v>
                </c:pt>
                <c:pt idx="60">
                  <c:v>0.17460317460317459</c:v>
                </c:pt>
                <c:pt idx="61">
                  <c:v>0.16137566137566137</c:v>
                </c:pt>
                <c:pt idx="62">
                  <c:v>0.15343915343915343</c:v>
                </c:pt>
                <c:pt idx="63">
                  <c:v>0.1693121693121693</c:v>
                </c:pt>
                <c:pt idx="64">
                  <c:v>0.16402116402116401</c:v>
                </c:pt>
                <c:pt idx="65">
                  <c:v>0.12169312169312169</c:v>
                </c:pt>
                <c:pt idx="66">
                  <c:v>0.12962962962962962</c:v>
                </c:pt>
                <c:pt idx="67">
                  <c:v>0.15608465608465608</c:v>
                </c:pt>
                <c:pt idx="68">
                  <c:v>0.15873015873015872</c:v>
                </c:pt>
                <c:pt idx="69">
                  <c:v>0.1402116402116402</c:v>
                </c:pt>
                <c:pt idx="70">
                  <c:v>0.16137566137566137</c:v>
                </c:pt>
                <c:pt idx="71">
                  <c:v>0.15343915343915343</c:v>
                </c:pt>
                <c:pt idx="72">
                  <c:v>0.1693121693121693</c:v>
                </c:pt>
                <c:pt idx="73">
                  <c:v>0.17195767195767195</c:v>
                </c:pt>
                <c:pt idx="74">
                  <c:v>0.19576719576719576</c:v>
                </c:pt>
                <c:pt idx="75">
                  <c:v>0.15343915343915343</c:v>
                </c:pt>
                <c:pt idx="76">
                  <c:v>0.16402116402116401</c:v>
                </c:pt>
                <c:pt idx="77">
                  <c:v>0.18253968253968253</c:v>
                </c:pt>
                <c:pt idx="78">
                  <c:v>0.17460317460317459</c:v>
                </c:pt>
                <c:pt idx="79">
                  <c:v>0.17724867724867724</c:v>
                </c:pt>
                <c:pt idx="80">
                  <c:v>0.18783068783068782</c:v>
                </c:pt>
                <c:pt idx="81">
                  <c:v>0.17724867724867724</c:v>
                </c:pt>
                <c:pt idx="82">
                  <c:v>0.14550264550264549</c:v>
                </c:pt>
                <c:pt idx="83">
                  <c:v>0.15343915343915343</c:v>
                </c:pt>
                <c:pt idx="84">
                  <c:v>0.19312169312169311</c:v>
                </c:pt>
                <c:pt idx="85">
                  <c:v>0.15343915343915343</c:v>
                </c:pt>
                <c:pt idx="86">
                  <c:v>0.20105820105820105</c:v>
                </c:pt>
                <c:pt idx="87">
                  <c:v>0.16402116402116401</c:v>
                </c:pt>
                <c:pt idx="88">
                  <c:v>0.17460317460317459</c:v>
                </c:pt>
                <c:pt idx="89">
                  <c:v>0.15608465608465608</c:v>
                </c:pt>
                <c:pt idx="90">
                  <c:v>0.15521628498727735</c:v>
                </c:pt>
                <c:pt idx="91">
                  <c:v>0.13231552162849872</c:v>
                </c:pt>
                <c:pt idx="92">
                  <c:v>0.17557251908396945</c:v>
                </c:pt>
                <c:pt idx="93">
                  <c:v>0.17811704834605599</c:v>
                </c:pt>
                <c:pt idx="94">
                  <c:v>0.11450381679389313</c:v>
                </c:pt>
                <c:pt idx="95">
                  <c:v>0.19592875318066158</c:v>
                </c:pt>
                <c:pt idx="96">
                  <c:v>0.15521628498727735</c:v>
                </c:pt>
                <c:pt idx="97">
                  <c:v>0.14249363867684478</c:v>
                </c:pt>
                <c:pt idx="98">
                  <c:v>0.16793893129770993</c:v>
                </c:pt>
                <c:pt idx="99">
                  <c:v>0.12977099236641221</c:v>
                </c:pt>
                <c:pt idx="100">
                  <c:v>0.15012722646310434</c:v>
                </c:pt>
                <c:pt idx="101">
                  <c:v>0.16539440203562342</c:v>
                </c:pt>
                <c:pt idx="102">
                  <c:v>0.13486005089058525</c:v>
                </c:pt>
                <c:pt idx="103">
                  <c:v>0.18320610687022901</c:v>
                </c:pt>
                <c:pt idx="104">
                  <c:v>0.15776081424936386</c:v>
                </c:pt>
                <c:pt idx="105">
                  <c:v>0.15776081424936386</c:v>
                </c:pt>
                <c:pt idx="106">
                  <c:v>0.17811704834605599</c:v>
                </c:pt>
                <c:pt idx="107">
                  <c:v>0.15776081424936386</c:v>
                </c:pt>
                <c:pt idx="108">
                  <c:v>0.20865139949109415</c:v>
                </c:pt>
                <c:pt idx="109">
                  <c:v>0.13231552162849872</c:v>
                </c:pt>
                <c:pt idx="110">
                  <c:v>0.16539440203562342</c:v>
                </c:pt>
                <c:pt idx="111">
                  <c:v>0.16284987277353691</c:v>
                </c:pt>
                <c:pt idx="112">
                  <c:v>0.14503816793893129</c:v>
                </c:pt>
                <c:pt idx="113">
                  <c:v>0.1475826972010178</c:v>
                </c:pt>
                <c:pt idx="114">
                  <c:v>0.16793893129770993</c:v>
                </c:pt>
                <c:pt idx="115">
                  <c:v>0.15267175572519084</c:v>
                </c:pt>
                <c:pt idx="116">
                  <c:v>0.13994910941475827</c:v>
                </c:pt>
                <c:pt idx="117">
                  <c:v>0.16539440203562342</c:v>
                </c:pt>
                <c:pt idx="118">
                  <c:v>0.13740458015267176</c:v>
                </c:pt>
                <c:pt idx="119">
                  <c:v>0.16793893129770993</c:v>
                </c:pt>
                <c:pt idx="120">
                  <c:v>0.18320610687022901</c:v>
                </c:pt>
                <c:pt idx="121">
                  <c:v>0.13615023474178403</c:v>
                </c:pt>
                <c:pt idx="122">
                  <c:v>0.12910798122065728</c:v>
                </c:pt>
                <c:pt idx="123">
                  <c:v>0.13145539906103287</c:v>
                </c:pt>
                <c:pt idx="124">
                  <c:v>0.14788732394366197</c:v>
                </c:pt>
                <c:pt idx="125">
                  <c:v>0.1619718309859155</c:v>
                </c:pt>
                <c:pt idx="126">
                  <c:v>0.14553990610328638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0.14084507042253522</c:v>
                </c:pt>
                <c:pt idx="130">
                  <c:v>0.12910798122065728</c:v>
                </c:pt>
                <c:pt idx="131">
                  <c:v>0.14553990610328638</c:v>
                </c:pt>
                <c:pt idx="132">
                  <c:v>0.12441314553990611</c:v>
                </c:pt>
                <c:pt idx="133">
                  <c:v>0.12676056338028169</c:v>
                </c:pt>
                <c:pt idx="134">
                  <c:v>0.107981220657277</c:v>
                </c:pt>
                <c:pt idx="135">
                  <c:v>0.12910798122065728</c:v>
                </c:pt>
                <c:pt idx="136">
                  <c:v>0.11971830985915492</c:v>
                </c:pt>
                <c:pt idx="137">
                  <c:v>0.13615023474178403</c:v>
                </c:pt>
                <c:pt idx="138">
                  <c:v>0.11971830985915492</c:v>
                </c:pt>
                <c:pt idx="139">
                  <c:v>9.3896713615023469E-2</c:v>
                </c:pt>
                <c:pt idx="140">
                  <c:v>0.11737089201877934</c:v>
                </c:pt>
                <c:pt idx="141">
                  <c:v>7.9812206572769953E-2</c:v>
                </c:pt>
                <c:pt idx="142">
                  <c:v>9.6244131455399062E-2</c:v>
                </c:pt>
                <c:pt idx="143">
                  <c:v>9.154929577464789E-2</c:v>
                </c:pt>
                <c:pt idx="144">
                  <c:v>7.5117370892018781E-2</c:v>
                </c:pt>
                <c:pt idx="145">
                  <c:v>7.5117370892018781E-2</c:v>
                </c:pt>
                <c:pt idx="146">
                  <c:v>7.2769953051643188E-2</c:v>
                </c:pt>
                <c:pt idx="147">
                  <c:v>8.2159624413145546E-2</c:v>
                </c:pt>
                <c:pt idx="148">
                  <c:v>7.5117370892018781E-2</c:v>
                </c:pt>
                <c:pt idx="149">
                  <c:v>5.39906103286385E-2</c:v>
                </c:pt>
                <c:pt idx="150">
                  <c:v>8.2159624413145546E-2</c:v>
                </c:pt>
                <c:pt idx="151">
                  <c:v>8.2051282051282051E-2</c:v>
                </c:pt>
                <c:pt idx="152">
                  <c:v>6.4102564102564097E-2</c:v>
                </c:pt>
                <c:pt idx="153">
                  <c:v>4.8717948717948718E-2</c:v>
                </c:pt>
                <c:pt idx="154">
                  <c:v>7.6923076923076927E-2</c:v>
                </c:pt>
                <c:pt idx="155">
                  <c:v>5.8974358974358973E-2</c:v>
                </c:pt>
                <c:pt idx="156">
                  <c:v>8.2051282051282051E-2</c:v>
                </c:pt>
                <c:pt idx="157">
                  <c:v>8.9743589743589744E-2</c:v>
                </c:pt>
                <c:pt idx="158">
                  <c:v>7.4358974358974358E-2</c:v>
                </c:pt>
                <c:pt idx="159">
                  <c:v>9.2307692307692313E-2</c:v>
                </c:pt>
                <c:pt idx="160">
                  <c:v>7.6923076923076927E-2</c:v>
                </c:pt>
                <c:pt idx="161">
                  <c:v>6.4102564102564097E-2</c:v>
                </c:pt>
                <c:pt idx="162">
                  <c:v>7.9487179487179482E-2</c:v>
                </c:pt>
                <c:pt idx="163">
                  <c:v>8.7179487179487175E-2</c:v>
                </c:pt>
                <c:pt idx="164">
                  <c:v>5.6410256410256411E-2</c:v>
                </c:pt>
                <c:pt idx="165">
                  <c:v>6.6666666666666666E-2</c:v>
                </c:pt>
                <c:pt idx="166">
                  <c:v>6.9230769230769235E-2</c:v>
                </c:pt>
                <c:pt idx="167">
                  <c:v>7.179487179487179E-2</c:v>
                </c:pt>
                <c:pt idx="168">
                  <c:v>5.128205128205128E-2</c:v>
                </c:pt>
                <c:pt idx="169">
                  <c:v>8.2051282051282051E-2</c:v>
                </c:pt>
                <c:pt idx="170">
                  <c:v>7.179487179487179E-2</c:v>
                </c:pt>
                <c:pt idx="171">
                  <c:v>7.179487179487179E-2</c:v>
                </c:pt>
                <c:pt idx="172">
                  <c:v>7.4358974358974358E-2</c:v>
                </c:pt>
                <c:pt idx="173">
                  <c:v>9.2307692307692313E-2</c:v>
                </c:pt>
                <c:pt idx="174">
                  <c:v>6.1538461538461542E-2</c:v>
                </c:pt>
                <c:pt idx="175">
                  <c:v>8.461538461538462E-2</c:v>
                </c:pt>
                <c:pt idx="176">
                  <c:v>6.6666666666666666E-2</c:v>
                </c:pt>
                <c:pt idx="177">
                  <c:v>6.1538461538461542E-2</c:v>
                </c:pt>
                <c:pt idx="178">
                  <c:v>8.2051282051282051E-2</c:v>
                </c:pt>
                <c:pt idx="179">
                  <c:v>7.4358974358974358E-2</c:v>
                </c:pt>
                <c:pt idx="180">
                  <c:v>5.6410256410256411E-2</c:v>
                </c:pt>
                <c:pt idx="181">
                  <c:v>9.4871794871794868E-2</c:v>
                </c:pt>
                <c:pt idx="182">
                  <c:v>4.4776119402985072E-2</c:v>
                </c:pt>
                <c:pt idx="183">
                  <c:v>6.5298507462686561E-2</c:v>
                </c:pt>
                <c:pt idx="184">
                  <c:v>7.4626865671641784E-2</c:v>
                </c:pt>
                <c:pt idx="185">
                  <c:v>8.5820895522388058E-2</c:v>
                </c:pt>
                <c:pt idx="186">
                  <c:v>6.7164179104477612E-2</c:v>
                </c:pt>
                <c:pt idx="187">
                  <c:v>8.5820895522388058E-2</c:v>
                </c:pt>
                <c:pt idx="188">
                  <c:v>6.5298507462686561E-2</c:v>
                </c:pt>
                <c:pt idx="189">
                  <c:v>9.8880597014925367E-2</c:v>
                </c:pt>
                <c:pt idx="190">
                  <c:v>9.8880597014925367E-2</c:v>
                </c:pt>
                <c:pt idx="191">
                  <c:v>9.7014925373134331E-2</c:v>
                </c:pt>
                <c:pt idx="192">
                  <c:v>0.12126865671641791</c:v>
                </c:pt>
                <c:pt idx="193">
                  <c:v>9.7014925373134331E-2</c:v>
                </c:pt>
                <c:pt idx="194">
                  <c:v>0.11567164179104478</c:v>
                </c:pt>
                <c:pt idx="195">
                  <c:v>0.14365671641791045</c:v>
                </c:pt>
                <c:pt idx="196">
                  <c:v>0.11380597014925373</c:v>
                </c:pt>
                <c:pt idx="197">
                  <c:v>0.13059701492537312</c:v>
                </c:pt>
                <c:pt idx="198">
                  <c:v>0.12313432835820895</c:v>
                </c:pt>
                <c:pt idx="199">
                  <c:v>0.13619402985074627</c:v>
                </c:pt>
                <c:pt idx="200">
                  <c:v>0.13619402985074627</c:v>
                </c:pt>
                <c:pt idx="201">
                  <c:v>0.14925373134328357</c:v>
                </c:pt>
                <c:pt idx="202">
                  <c:v>0.13992537313432835</c:v>
                </c:pt>
                <c:pt idx="203">
                  <c:v>0.16791044776119404</c:v>
                </c:pt>
                <c:pt idx="204">
                  <c:v>0.1455223880597015</c:v>
                </c:pt>
                <c:pt idx="205">
                  <c:v>0.16791044776119404</c:v>
                </c:pt>
                <c:pt idx="206">
                  <c:v>0.16417910447761194</c:v>
                </c:pt>
                <c:pt idx="207">
                  <c:v>0.15485074626865672</c:v>
                </c:pt>
                <c:pt idx="208">
                  <c:v>0.17164179104477612</c:v>
                </c:pt>
                <c:pt idx="209">
                  <c:v>0.18470149253731344</c:v>
                </c:pt>
                <c:pt idx="210">
                  <c:v>0.17350746268656717</c:v>
                </c:pt>
                <c:pt idx="211">
                  <c:v>0.21455223880597016</c:v>
                </c:pt>
                <c:pt idx="212">
                  <c:v>0.20149253731343283</c:v>
                </c:pt>
                <c:pt idx="213">
                  <c:v>0.16091954022988506</c:v>
                </c:pt>
                <c:pt idx="214">
                  <c:v>0.1235632183908046</c:v>
                </c:pt>
                <c:pt idx="215">
                  <c:v>0.14080459770114942</c:v>
                </c:pt>
                <c:pt idx="216">
                  <c:v>0.14367816091954022</c:v>
                </c:pt>
                <c:pt idx="217">
                  <c:v>0.13649425287356323</c:v>
                </c:pt>
                <c:pt idx="218">
                  <c:v>0.14080459770114942</c:v>
                </c:pt>
                <c:pt idx="219">
                  <c:v>0.12931034482758622</c:v>
                </c:pt>
                <c:pt idx="220">
                  <c:v>0.15373563218390804</c:v>
                </c:pt>
                <c:pt idx="221">
                  <c:v>0.14511494252873564</c:v>
                </c:pt>
                <c:pt idx="222">
                  <c:v>0.14942528735632185</c:v>
                </c:pt>
                <c:pt idx="223">
                  <c:v>0.14080459770114942</c:v>
                </c:pt>
                <c:pt idx="224">
                  <c:v>0.14511494252873564</c:v>
                </c:pt>
                <c:pt idx="225">
                  <c:v>0.13505747126436782</c:v>
                </c:pt>
                <c:pt idx="226">
                  <c:v>0.15517241379310345</c:v>
                </c:pt>
                <c:pt idx="227">
                  <c:v>0.14798850574712644</c:v>
                </c:pt>
                <c:pt idx="228">
                  <c:v>0.13649425287356323</c:v>
                </c:pt>
                <c:pt idx="229">
                  <c:v>0.15373563218390804</c:v>
                </c:pt>
                <c:pt idx="230">
                  <c:v>0.16666666666666666</c:v>
                </c:pt>
                <c:pt idx="231">
                  <c:v>0.15660919540229884</c:v>
                </c:pt>
                <c:pt idx="232">
                  <c:v>0.1206896551724138</c:v>
                </c:pt>
                <c:pt idx="233">
                  <c:v>0.14080459770114942</c:v>
                </c:pt>
                <c:pt idx="234">
                  <c:v>0.16522988505747127</c:v>
                </c:pt>
                <c:pt idx="235">
                  <c:v>0.13649425287356323</c:v>
                </c:pt>
                <c:pt idx="236">
                  <c:v>0.15229885057471265</c:v>
                </c:pt>
                <c:pt idx="237">
                  <c:v>0.16954022988505746</c:v>
                </c:pt>
                <c:pt idx="238">
                  <c:v>0.18247126436781611</c:v>
                </c:pt>
                <c:pt idx="239">
                  <c:v>0.14942528735632185</c:v>
                </c:pt>
                <c:pt idx="240">
                  <c:v>0.18821839080459771</c:v>
                </c:pt>
                <c:pt idx="241">
                  <c:v>8.4196891191709838E-2</c:v>
                </c:pt>
                <c:pt idx="242">
                  <c:v>8.937823834196891E-2</c:v>
                </c:pt>
                <c:pt idx="243">
                  <c:v>0.10816062176165803</c:v>
                </c:pt>
                <c:pt idx="244">
                  <c:v>0.11010362694300518</c:v>
                </c:pt>
                <c:pt idx="245">
                  <c:v>0.10686528497409327</c:v>
                </c:pt>
                <c:pt idx="246">
                  <c:v>9.6502590673575125E-2</c:v>
                </c:pt>
                <c:pt idx="247">
                  <c:v>9.7797927461139897E-2</c:v>
                </c:pt>
                <c:pt idx="248">
                  <c:v>0.11204663212435233</c:v>
                </c:pt>
                <c:pt idx="249">
                  <c:v>9.7150259067357511E-2</c:v>
                </c:pt>
                <c:pt idx="250">
                  <c:v>0.10492227979274611</c:v>
                </c:pt>
                <c:pt idx="251">
                  <c:v>0.1133419689119171</c:v>
                </c:pt>
                <c:pt idx="252">
                  <c:v>0.11398963730569948</c:v>
                </c:pt>
                <c:pt idx="253">
                  <c:v>0.11658031088082901</c:v>
                </c:pt>
                <c:pt idx="254">
                  <c:v>0.10880829015544041</c:v>
                </c:pt>
                <c:pt idx="255">
                  <c:v>0.11981865284974093</c:v>
                </c:pt>
                <c:pt idx="256">
                  <c:v>0.1172279792746114</c:v>
                </c:pt>
                <c:pt idx="257">
                  <c:v>0.11139896373056994</c:v>
                </c:pt>
                <c:pt idx="258">
                  <c:v>0.1211139896373057</c:v>
                </c:pt>
                <c:pt idx="259">
                  <c:v>0.14119170984455959</c:v>
                </c:pt>
                <c:pt idx="260">
                  <c:v>0.11917098445595854</c:v>
                </c:pt>
                <c:pt idx="261">
                  <c:v>0.12564766839378239</c:v>
                </c:pt>
                <c:pt idx="262">
                  <c:v>8.4844559585492224E-2</c:v>
                </c:pt>
                <c:pt idx="263">
                  <c:v>0.11398963730569948</c:v>
                </c:pt>
                <c:pt idx="264">
                  <c:v>8.8082901554404139E-2</c:v>
                </c:pt>
                <c:pt idx="265">
                  <c:v>9.9093264248704668E-2</c:v>
                </c:pt>
                <c:pt idx="266">
                  <c:v>0.10297927461139897</c:v>
                </c:pt>
                <c:pt idx="267">
                  <c:v>9.2616580310880825E-2</c:v>
                </c:pt>
                <c:pt idx="268">
                  <c:v>0.10103626943005181</c:v>
                </c:pt>
                <c:pt idx="269">
                  <c:v>9.7797927461139897E-2</c:v>
                </c:pt>
                <c:pt idx="270">
                  <c:v>9.585492227979274E-2</c:v>
                </c:pt>
                <c:pt idx="271">
                  <c:v>0.11917098445595854</c:v>
                </c:pt>
                <c:pt idx="272">
                  <c:v>0.19863680623174293</c:v>
                </c:pt>
                <c:pt idx="273">
                  <c:v>0.20934761441090555</c:v>
                </c:pt>
                <c:pt idx="274">
                  <c:v>0.19279454722492698</c:v>
                </c:pt>
                <c:pt idx="275">
                  <c:v>0.19376825705939629</c:v>
                </c:pt>
                <c:pt idx="276">
                  <c:v>0.1830574488802337</c:v>
                </c:pt>
                <c:pt idx="277">
                  <c:v>0.19182083739045763</c:v>
                </c:pt>
                <c:pt idx="278">
                  <c:v>0.186952288218111</c:v>
                </c:pt>
                <c:pt idx="279">
                  <c:v>0.19474196689386564</c:v>
                </c:pt>
                <c:pt idx="280">
                  <c:v>0.186952288218111</c:v>
                </c:pt>
                <c:pt idx="281">
                  <c:v>0.16747809152872445</c:v>
                </c:pt>
                <c:pt idx="282">
                  <c:v>0.15579357351509251</c:v>
                </c:pt>
                <c:pt idx="283">
                  <c:v>0.16358325219084713</c:v>
                </c:pt>
                <c:pt idx="284">
                  <c:v>0.1665043816942551</c:v>
                </c:pt>
                <c:pt idx="285">
                  <c:v>0.14995131450827653</c:v>
                </c:pt>
                <c:pt idx="286">
                  <c:v>0.14216163583252192</c:v>
                </c:pt>
                <c:pt idx="287">
                  <c:v>0.16163583252190847</c:v>
                </c:pt>
                <c:pt idx="288">
                  <c:v>0.13047711781888996</c:v>
                </c:pt>
                <c:pt idx="289">
                  <c:v>0.1450827653359299</c:v>
                </c:pt>
                <c:pt idx="290">
                  <c:v>0.12852969814995133</c:v>
                </c:pt>
                <c:pt idx="291">
                  <c:v>0.12755598831548198</c:v>
                </c:pt>
                <c:pt idx="292">
                  <c:v>0.10126582278481013</c:v>
                </c:pt>
                <c:pt idx="293">
                  <c:v>0.10223953261927946</c:v>
                </c:pt>
                <c:pt idx="294">
                  <c:v>0.10223953261927946</c:v>
                </c:pt>
                <c:pt idx="295">
                  <c:v>8.7633885102239531E-2</c:v>
                </c:pt>
                <c:pt idx="296">
                  <c:v>9.8344693281402148E-2</c:v>
                </c:pt>
                <c:pt idx="297">
                  <c:v>8.9581304771178191E-2</c:v>
                </c:pt>
                <c:pt idx="298">
                  <c:v>6.621226874391431E-2</c:v>
                </c:pt>
                <c:pt idx="299">
                  <c:v>7.3028237585199607E-2</c:v>
                </c:pt>
                <c:pt idx="300">
                  <c:v>7.108081791626096E-2</c:v>
                </c:pt>
                <c:pt idx="301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CC-41C7-866E-C90031F40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9798800"/>
        <c:axId val="1259793224"/>
      </c:lineChart>
      <c:dateAx>
        <c:axId val="1259798800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59793224"/>
        <c:crosses val="autoZero"/>
        <c:auto val="1"/>
        <c:lblOffset val="100"/>
        <c:baseTimeUnit val="days"/>
      </c:dateAx>
      <c:valAx>
        <c:axId val="12597932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59798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[query_result_2025-11-18T17_00_21.670622Z.xlsx]Результат запроса!Сводная таблица1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запроса'!$F$1:$F$2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2.9024943310657598E-2"/>
                  <c:y val="-5.4054066835512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4B-432A-B88C-E58821F21B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'Результат запроса'!$E$3:$E$15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запроса'!$F$3:$F$15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69-4BB0-9372-71E6DD27D6BA}"/>
            </c:ext>
          </c:extLst>
        </c:ser>
        <c:ser>
          <c:idx val="1"/>
          <c:order val="1"/>
          <c:tx>
            <c:strRef>
              <c:f>'Результат запроса'!$G$1:$G$2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5.6235827664399093E-2"/>
                  <c:y val="-5.70570705485968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E69-4BB0-9372-71E6DD27D6BA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69-4BB0-9372-71E6DD27D6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'Результат запроса'!$E$3:$E$15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запроса'!$G$3:$G$15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69-4BB0-9372-71E6DD27D6BA}"/>
            </c:ext>
          </c:extLst>
        </c:ser>
        <c:ser>
          <c:idx val="2"/>
          <c:order val="2"/>
          <c:tx>
            <c:strRef>
              <c:f>'Результат запроса'!$H$1:$H$2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3.6281179138322128E-2"/>
                  <c:y val="7.50750928271009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94B-432A-B88C-E58821F21B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'Результат запроса'!$E$3:$E$15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запроса'!$H$3:$H$15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69-4BB0-9372-71E6DD27D6BA}"/>
            </c:ext>
          </c:extLst>
        </c:ser>
        <c:ser>
          <c:idx val="3"/>
          <c:order val="3"/>
          <c:tx>
            <c:strRef>
              <c:f>'Результат запроса'!$I$1:$I$2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запроса'!$I$3:$I$15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69-4BB0-9372-71E6DD27D6BA}"/>
            </c:ext>
          </c:extLst>
        </c:ser>
        <c:ser>
          <c:idx val="4"/>
          <c:order val="4"/>
          <c:tx>
            <c:strRef>
              <c:f>'Результат запроса'!$J$1:$J$2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запроса'!$J$3:$J$15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E69-4BB0-9372-71E6DD27D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7819944"/>
        <c:axId val="667820272"/>
      </c:lineChart>
      <c:catAx>
        <c:axId val="667819944"/>
        <c:scaling>
          <c:orientation val="minMax"/>
        </c:scaling>
        <c:delete val="0"/>
        <c:axPos val="b"/>
        <c:numFmt formatCode="[$-419]mmmm;@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7820272"/>
        <c:crosses val="autoZero"/>
        <c:auto val="1"/>
        <c:lblAlgn val="ctr"/>
        <c:lblOffset val="100"/>
        <c:noMultiLvlLbl val="0"/>
      </c:catAx>
      <c:valAx>
        <c:axId val="667820272"/>
        <c:scaling>
          <c:orientation val="minMax"/>
        </c:scaling>
        <c:delete val="0"/>
        <c:axPos val="l"/>
        <c:numFmt formatCode="#,##0\ &quot;₽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7819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3.7542957358170849E-2"/>
                  <c:y val="4.12186326611144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3A-429A-941D-3DE2533388DC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3A-429A-941D-3DE2533388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3A-429A-941D-3DE253338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0949616"/>
        <c:axId val="510953880"/>
      </c:lineChart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кол-во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3.9518902482284955E-3"/>
                  <c:y val="-3.4348860550928707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A-429A-941D-3DE2533388DC}"/>
                </c:ext>
              </c:extLst>
            </c:dLbl>
            <c:dLbl>
              <c:idx val="7"/>
              <c:layout>
                <c:manualLayout>
                  <c:x val="-6.3230243971655928E-2"/>
                  <c:y val="-7.2132607156950218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3A-429A-941D-3DE2533388DC}"/>
                </c:ext>
              </c:extLst>
            </c:dLbl>
            <c:dLbl>
              <c:idx val="9"/>
              <c:layout>
                <c:manualLayout>
                  <c:x val="-3.7542957358170703E-2"/>
                  <c:y val="-5.4958176881485882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A-429A-941D-3DE2533388DC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3A-429A-941D-3DE253338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1419856"/>
        <c:axId val="601419528"/>
      </c:lineChart>
      <c:dateAx>
        <c:axId val="510949616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0953880"/>
        <c:crosses val="autoZero"/>
        <c:auto val="1"/>
        <c:lblOffset val="100"/>
        <c:baseTimeUnit val="months"/>
      </c:dateAx>
      <c:valAx>
        <c:axId val="510953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0949616"/>
        <c:crosses val="autoZero"/>
        <c:crossBetween val="between"/>
      </c:valAx>
      <c:valAx>
        <c:axId val="60141952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1419856"/>
        <c:crosses val="max"/>
        <c:crossBetween val="between"/>
      </c:valAx>
      <c:dateAx>
        <c:axId val="60141985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60141952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userShapes r:id="rId5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0171571856167387E-2"/>
          <c:y val="3.6507929041338892E-2"/>
          <c:w val="0.88794907598853134"/>
          <c:h val="0.79730337853835531"/>
        </c:manualLayout>
      </c:layou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Средняя выручка на одного юзера</c:v>
                </c:pt>
              </c:strCache>
            </c:strRef>
          </c:tx>
          <c:spPr>
            <a:ln w="28575" cap="rnd">
              <a:solidFill>
                <a:srgbClr val="FCD4A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65A-4C66-AF84-816CEE8C6058}"/>
                </c:ext>
              </c:extLst>
            </c:dLbl>
            <c:dLbl>
              <c:idx val="7"/>
              <c:layout>
                <c:manualLayout>
                  <c:x val="-4.0006323118213671E-2"/>
                  <c:y val="-5.8080804684126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5A-4C66-AF84-816CEE8C6058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запроса'!$D$2:$D$10</c:f>
              <c:numCache>
                <c:formatCode>General</c:formatCode>
                <c:ptCount val="9"/>
                <c:pt idx="0">
                  <c:v>1185.4647887323943</c:v>
                </c:pt>
                <c:pt idx="1">
                  <c:v>855.34210526315792</c:v>
                </c:pt>
                <c:pt idx="2">
                  <c:v>1052.5853658536585</c:v>
                </c:pt>
                <c:pt idx="3">
                  <c:v>929.24137931034488</c:v>
                </c:pt>
                <c:pt idx="4">
                  <c:v>1048.2987012987012</c:v>
                </c:pt>
                <c:pt idx="5">
                  <c:v>992.25301204819277</c:v>
                </c:pt>
                <c:pt idx="6">
                  <c:v>1021.2598425196851</c:v>
                </c:pt>
                <c:pt idx="7">
                  <c:v>1155.2177419354839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5A-4C66-AF84-816CEE8C6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9563464"/>
        <c:axId val="42956412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'Результат запроса'!$B$1</c15:sqref>
                        </c15:formulaRef>
                      </c:ext>
                    </c:extLst>
                    <c:strCache>
                      <c:ptCount val="1"/>
                      <c:pt idx="0">
                        <c:v>Выручка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'Результат запроса'!$A$2:$A$10</c15:sqref>
                        </c15:formulaRef>
                      </c:ext>
                    </c:extLst>
                    <c:numCache>
                      <c:formatCode>[$-419]mmmm\ yyyy;@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'Результат запроса'!$B$2:$B$10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84168</c:v>
                      </c:pt>
                      <c:pt idx="1">
                        <c:v>65006</c:v>
                      </c:pt>
                      <c:pt idx="2">
                        <c:v>86312</c:v>
                      </c:pt>
                      <c:pt idx="3">
                        <c:v>80844</c:v>
                      </c:pt>
                      <c:pt idx="4">
                        <c:v>80719</c:v>
                      </c:pt>
                      <c:pt idx="5">
                        <c:v>82357</c:v>
                      </c:pt>
                      <c:pt idx="6">
                        <c:v>129700</c:v>
                      </c:pt>
                      <c:pt idx="7">
                        <c:v>143247</c:v>
                      </c:pt>
                      <c:pt idx="8">
                        <c:v>224011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A65A-4C66-AF84-816CEE8C6058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запроса'!$C$1</c15:sqref>
                        </c15:formulaRef>
                      </c:ext>
                    </c:extLst>
                    <c:strCache>
                      <c:ptCount val="1"/>
                      <c:pt idx="0">
                        <c:v>Кол-во юзеров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запроса'!$A$2:$A$10</c15:sqref>
                        </c15:formulaRef>
                      </c:ext>
                    </c:extLst>
                    <c:numCache>
                      <c:formatCode>[$-419]mmmm\ yyyy;@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запроса'!$C$2:$C$10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71</c:v>
                      </c:pt>
                      <c:pt idx="1">
                        <c:v>76</c:v>
                      </c:pt>
                      <c:pt idx="2">
                        <c:v>82</c:v>
                      </c:pt>
                      <c:pt idx="3">
                        <c:v>87</c:v>
                      </c:pt>
                      <c:pt idx="4">
                        <c:v>77</c:v>
                      </c:pt>
                      <c:pt idx="5">
                        <c:v>83</c:v>
                      </c:pt>
                      <c:pt idx="6">
                        <c:v>127</c:v>
                      </c:pt>
                      <c:pt idx="7">
                        <c:v>124</c:v>
                      </c:pt>
                      <c:pt idx="8">
                        <c:v>206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65A-4C66-AF84-816CEE8C6058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запроса'!$E$1</c15:sqref>
                        </c15:formulaRef>
                      </c:ext>
                    </c:extLst>
                    <c:strCache>
                      <c:ptCount val="1"/>
                      <c:pt idx="0">
                        <c:v>Интервал когорты 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запроса'!$A$2:$A$10</c15:sqref>
                        </c15:formulaRef>
                      </c:ext>
                    </c:extLst>
                    <c:numCache>
                      <c:formatCode>[$-419]mmmm\ yyyy;@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'Результат запроса'!$E$2:$E$10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10.033333333333333</c:v>
                      </c:pt>
                      <c:pt idx="1">
                        <c:v>9</c:v>
                      </c:pt>
                      <c:pt idx="2">
                        <c:v>7.9666666666666668</c:v>
                      </c:pt>
                      <c:pt idx="3">
                        <c:v>6.9666666666666668</c:v>
                      </c:pt>
                      <c:pt idx="4">
                        <c:v>5.9333333333333336</c:v>
                      </c:pt>
                      <c:pt idx="5">
                        <c:v>4.9333333333333336</c:v>
                      </c:pt>
                      <c:pt idx="6">
                        <c:v>3.9</c:v>
                      </c:pt>
                      <c:pt idx="7">
                        <c:v>2.8666666666666667</c:v>
                      </c:pt>
                      <c:pt idx="8">
                        <c:v>1.9333333333333333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65A-4C66-AF84-816CEE8C6058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4"/>
          <c:order val="4"/>
          <c:tx>
            <c:strRef>
              <c:f>'Результат запроса'!$F$1</c:f>
              <c:strCache>
                <c:ptCount val="1"/>
                <c:pt idx="0">
                  <c:v>Средняя выручка в месяц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1.6366223093814719E-2"/>
                  <c:y val="4.31457343215823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65A-4C66-AF84-816CEE8C6058}"/>
                </c:ext>
              </c:extLst>
            </c:dLbl>
            <c:dLbl>
              <c:idx val="4"/>
              <c:layout>
                <c:manualLayout>
                  <c:x val="0"/>
                  <c:y val="4.09982150711483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5A-4C66-AF84-816CEE8C6058}"/>
                </c:ext>
              </c:extLst>
            </c:dLbl>
            <c:dLbl>
              <c:idx val="8"/>
              <c:layout>
                <c:manualLayout>
                  <c:x val="-1.6366223093814684E-2"/>
                  <c:y val="4.783125091633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5A-4C66-AF84-816CEE8C6058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запроса'!$F$2:$F$10</c:f>
              <c:numCache>
                <c:formatCode>General</c:formatCode>
                <c:ptCount val="9"/>
                <c:pt idx="0">
                  <c:v>118.15263675073697</c:v>
                </c:pt>
                <c:pt idx="1">
                  <c:v>95.038011695906434</c:v>
                </c:pt>
                <c:pt idx="2">
                  <c:v>132.12368609041738</c:v>
                </c:pt>
                <c:pt idx="3">
                  <c:v>133.3839300445471</c:v>
                </c:pt>
                <c:pt idx="4">
                  <c:v>176.6795563986575</c:v>
                </c:pt>
                <c:pt idx="5">
                  <c:v>201.13236730706609</c:v>
                </c:pt>
                <c:pt idx="6">
                  <c:v>261.86149808197052</c:v>
                </c:pt>
                <c:pt idx="7">
                  <c:v>402.98293323330836</c:v>
                </c:pt>
                <c:pt idx="8">
                  <c:v>562.4648476732508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5A-4C66-AF84-816CEE8C6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5756224"/>
        <c:axId val="515353208"/>
      </c:lineChart>
      <c:dateAx>
        <c:axId val="429563464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9564120"/>
        <c:crosses val="autoZero"/>
        <c:auto val="1"/>
        <c:lblOffset val="100"/>
        <c:baseTimeUnit val="months"/>
      </c:dateAx>
      <c:valAx>
        <c:axId val="429564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9563464"/>
        <c:crosses val="autoZero"/>
        <c:crossBetween val="between"/>
      </c:valAx>
      <c:valAx>
        <c:axId val="51535320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5756224"/>
        <c:crosses val="max"/>
        <c:crossBetween val="between"/>
      </c:valAx>
      <c:dateAx>
        <c:axId val="605756224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515353208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462619326322277E-2"/>
          <c:y val="5.1497351383763233E-2"/>
          <c:w val="0.93616746045069765"/>
          <c:h val="0.88992998691784808"/>
        </c:manualLayout>
      </c:layout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Кол-во лояльных юзеров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6.2173009656491973E-2"/>
                  <c:y val="3.0600628409608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4E-4D37-8EFD-3F3D6A843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запроса'!$B$2:$B$11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4E-4D37-8EFD-3F3D6A8432E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21057768"/>
        <c:axId val="521064000"/>
      </c:lineChart>
      <c:dateAx>
        <c:axId val="521057768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1064000"/>
        <c:crosses val="autoZero"/>
        <c:auto val="1"/>
        <c:lblOffset val="100"/>
        <c:baseTimeUnit val="months"/>
      </c:dateAx>
      <c:valAx>
        <c:axId val="52106400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1057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0.09691</cdr:x>
      <cdr:y>0.88441</cdr:y>
    </cdr:from>
    <cdr:to>
      <cdr:x>0.23918</cdr:x>
      <cdr:y>1</cdr:y>
    </cdr:to>
    <cdr:sp macro="" textlink="">
      <cdr:nvSpPr>
        <cdr:cNvPr id="2" name="Прямоугольник 1">
          <a:extLst xmlns:a="http://schemas.openxmlformats.org/drawingml/2006/main">
            <a:ext uri="{FF2B5EF4-FFF2-40B4-BE49-F238E27FC236}">
              <a16:creationId xmlns:a16="http://schemas.microsoft.com/office/drawing/2014/main" id="{3F16F01F-1438-43B6-8CC8-8FB182E4EA8E}"/>
            </a:ext>
          </a:extLst>
        </cdr:cNvPr>
        <cdr:cNvSpPr/>
      </cdr:nvSpPr>
      <cdr:spPr>
        <a:xfrm xmlns:a="http://schemas.openxmlformats.org/drawingml/2006/main">
          <a:off x="622852" y="3269973"/>
          <a:ext cx="914400" cy="4273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2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0.12938</cdr:x>
      <cdr:y>0.75269</cdr:y>
    </cdr:from>
    <cdr:to>
      <cdr:x>0.27165</cdr:x>
      <cdr:y>1</cdr:y>
    </cdr:to>
    <cdr:sp macro="" textlink="">
      <cdr:nvSpPr>
        <cdr:cNvPr id="3" name="Прямоугольник 2">
          <a:extLst xmlns:a="http://schemas.openxmlformats.org/drawingml/2006/main">
            <a:ext uri="{FF2B5EF4-FFF2-40B4-BE49-F238E27FC236}">
              <a16:creationId xmlns:a16="http://schemas.microsoft.com/office/drawing/2014/main" id="{723CECA4-0917-4673-8528-C3C10BB4EA25}"/>
            </a:ext>
          </a:extLst>
        </cdr:cNvPr>
        <cdr:cNvSpPr/>
      </cdr:nvSpPr>
      <cdr:spPr>
        <a:xfrm xmlns:a="http://schemas.openxmlformats.org/drawingml/2006/main">
          <a:off x="831574" y="3240157"/>
          <a:ext cx="914400" cy="914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0.06815</cdr:x>
      <cdr:y>0.90188</cdr:y>
    </cdr:from>
    <cdr:to>
      <cdr:x>0.14186</cdr:x>
      <cdr:y>0.9664</cdr:y>
    </cdr:to>
    <cdr:sp macro="" textlink="">
      <cdr:nvSpPr>
        <cdr:cNvPr id="4" name="Прямоугольник 3">
          <a:extLst xmlns:a="http://schemas.openxmlformats.org/drawingml/2006/main">
            <a:ext uri="{FF2B5EF4-FFF2-40B4-BE49-F238E27FC236}">
              <a16:creationId xmlns:a16="http://schemas.microsoft.com/office/drawing/2014/main" id="{449415DC-8E41-46EC-A2D9-76139DA3FF2C}"/>
            </a:ext>
          </a:extLst>
        </cdr:cNvPr>
        <cdr:cNvSpPr/>
      </cdr:nvSpPr>
      <cdr:spPr>
        <a:xfrm xmlns:a="http://schemas.openxmlformats.org/drawingml/2006/main">
          <a:off x="438029" y="3334580"/>
          <a:ext cx="473765" cy="23853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ru-RU" sz="900" dirty="0">
              <a:solidFill>
                <a:schemeClr val="tx1"/>
              </a:solidFill>
            </a:rPr>
            <a:t>2022</a:t>
          </a:r>
        </a:p>
      </cdr:txBody>
    </cdr:sp>
  </cdr:relSizeAnchor>
  <cdr:relSizeAnchor xmlns:cdr="http://schemas.openxmlformats.org/drawingml/2006/chartDrawing">
    <cdr:from>
      <cdr:x>0.57259</cdr:x>
      <cdr:y>0.88471</cdr:y>
    </cdr:from>
    <cdr:to>
      <cdr:x>0.64631</cdr:x>
      <cdr:y>0.94922</cdr:y>
    </cdr:to>
    <cdr:sp macro="" textlink="">
      <cdr:nvSpPr>
        <cdr:cNvPr id="6" name="Прямоугольник 5">
          <a:extLst xmlns:a="http://schemas.openxmlformats.org/drawingml/2006/main">
            <a:ext uri="{FF2B5EF4-FFF2-40B4-BE49-F238E27FC236}">
              <a16:creationId xmlns:a16="http://schemas.microsoft.com/office/drawing/2014/main" id="{DAA58F01-B3AD-4A04-92DC-D7378AD6E45D}"/>
            </a:ext>
          </a:extLst>
        </cdr:cNvPr>
        <cdr:cNvSpPr/>
      </cdr:nvSpPr>
      <cdr:spPr>
        <a:xfrm xmlns:a="http://schemas.openxmlformats.org/drawingml/2006/main">
          <a:off x="3680239" y="3271078"/>
          <a:ext cx="473765" cy="23853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900" dirty="0">
              <a:solidFill>
                <a:schemeClr val="tx1"/>
              </a:solidFill>
            </a:rPr>
            <a:t>2023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B0A635D-C2B0-4636-9ECE-88BEDE5BF8F9}" type="datetime1">
              <a:rPr lang="ru-RU" smtClean="0"/>
              <a:t>23.07.2026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B8DC1D1-B6C2-C644-8BF1-C34DBFFE1C7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/>
          </a:p>
        </p:txBody>
      </p:sp>
      <p:sp>
        <p:nvSpPr>
          <p:cNvPr id="9" name="Образ слайда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307981A-DBA8-4B87-A4F1-9ADC24B802AB}" type="datetime1">
              <a:rPr lang="ru-RU" smtClean="0"/>
              <a:t>23.07.2026</a:t>
            </a:fld>
            <a:endParaRPr lang="ru-RU" dirty="0"/>
          </a:p>
        </p:txBody>
      </p:sp>
      <p:sp>
        <p:nvSpPr>
          <p:cNvPr id="12" name="Заметки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DBF3159-94EB-4F6B-8273-09F1A6B019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2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3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4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i="1" dirty="0"/>
              <a:t>Сперва с экрана </a:t>
            </a:r>
          </a:p>
          <a:p>
            <a:pPr rtl="0"/>
            <a:r>
              <a:rPr lang="ru-RU" dirty="0"/>
              <a:t>Все пользователи регистрировались 1 раз.</a:t>
            </a:r>
          </a:p>
          <a:p>
            <a:pPr rtl="0"/>
            <a:r>
              <a:rPr lang="ru-RU" dirty="0"/>
              <a:t>Так же нет пользователей с неопределенной датой регистрации.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5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 . Доля длинных сессий  среди всех сессий  в общем периоде упала.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6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17106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</a:t>
            </a:r>
            <a:r>
              <a:rPr lang="ru-RU" i="1" dirty="0"/>
              <a:t>Сперва с экрана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 . средняя длительность одной игровой сессии выросла с февраля, в марте это 5,54 часа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доля «длинных» сессий среди всех сессий с падением в декабре, все же вышла на прежний уровень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7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12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Планируется новая акция: бонусы получат игроки, которые проводят в игре больше всего времени. </a:t>
            </a:r>
            <a:endParaRPr lang="en-US" dirty="0"/>
          </a:p>
          <a:p>
            <a:pPr rtl="0"/>
            <a:r>
              <a:rPr lang="ru-RU" dirty="0"/>
              <a:t>Но в первую очередь нас интересуют игроки, зарегистрированные в 2022 году.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8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Есть информация о приглашениях, которые наши пользователи рассылают своим друзьям, чтобы привлечь их в игру.</a:t>
            </a:r>
            <a:endParaRPr lang="ru-RU" sz="12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пользователи, которые эти приглашения рассылали 2,992 Общее количество разосланных приглашений 7,933, пользователи, которые эти приглашения рассылали 2,992,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Доля приглашенных друзей установила игру 36%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 топ-50 пользователей, у которых больше всего приглашений попали юзеры с цифрами 16, 17, и мах 18 разосланных приглашений.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Так же были пользователи, которые сделали больше 5 приглашений и у которых минимум половина приглашенных зарегистрировались.  Лидер 2902464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из 17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пригл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9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зарегистрировалось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Есть  так же юзеры с долей 100% отношения приглашенных / зарегистрированных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Но были и пользователи, у которых больше 6 приглашений, но нет ни одного зарегистрированного друга, например юзер 2901910 из 7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пригл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 0 регистраций</a:t>
            </a:r>
            <a:endParaRPr lang="en-US" sz="120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Таких 11 юзеров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9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 марте 2023 года маркетинг провёл акцию: чем чаще игрок заходил в игру, тем больше получал бесплатных кристаллов. Акция шла </a:t>
            </a:r>
            <a:r>
              <a:rPr lang="ru-RU" b="1" dirty="0">
                <a:effectLst/>
              </a:rPr>
              <a:t>первые 3 недели марта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Видим ли мы позитивный эффект этой акции в метриках?</a:t>
            </a:r>
          </a:p>
          <a:p>
            <a:r>
              <a:rPr lang="ru-RU" sz="1200" baseline="0" dirty="0"/>
              <a:t>Да, Акция имела успех.</a:t>
            </a:r>
            <a:r>
              <a:rPr lang="ru-RU" sz="1200" dirty="0"/>
              <a:t> Количество заходов </a:t>
            </a:r>
            <a:r>
              <a:rPr lang="ru-RU" sz="1200" baseline="0" dirty="0"/>
              <a:t>игроков в игру увеличилось на 70-80%</a:t>
            </a:r>
            <a:endParaRPr lang="ru-RU" sz="1200" dirty="0"/>
          </a:p>
          <a:p>
            <a:pPr rtl="0"/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10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519525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Показатели липучести </a:t>
            </a:r>
            <a:r>
              <a:rPr lang="ru-RU" dirty="0" err="1"/>
              <a:t>Sticky</a:t>
            </a:r>
            <a:r>
              <a:rPr lang="ru-RU" dirty="0"/>
              <a:t> </a:t>
            </a:r>
            <a:r>
              <a:rPr lang="ru-RU" dirty="0" err="1"/>
              <a:t>Factor</a:t>
            </a:r>
            <a:r>
              <a:rPr lang="ru-RU" dirty="0"/>
              <a:t> в момент акции падают, не все пользователи, которые пришли, стали играть также часто.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11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765469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Поступила информация, что у части сессий не заполнено поле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end_session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Нужно проверить масштаб проблемы.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12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6340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Вопрос:  Видим ли мы какие-то значимые изменения в структуре выручки с течением времени?</a:t>
            </a:r>
          </a:p>
          <a:p>
            <a:pPr rtl="0"/>
            <a:r>
              <a:rPr lang="ru-RU" dirty="0"/>
              <a:t>Общая выручка составила 986244 (в 2022 - 420806, в 2023  - 565438)</a:t>
            </a:r>
          </a:p>
          <a:p>
            <a:pPr rtl="0"/>
            <a:r>
              <a:rPr lang="ru-RU" dirty="0"/>
              <a:t>Рост выручки в марте 2023 более чем в два раза</a:t>
            </a:r>
            <a:r>
              <a:rPr lang="en-US" dirty="0"/>
              <a:t>.</a:t>
            </a:r>
          </a:p>
          <a:p>
            <a:pPr rtl="0"/>
            <a:r>
              <a:rPr lang="en-US" dirty="0"/>
              <a:t>Ammo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боеприпасы),  </a:t>
            </a:r>
            <a:r>
              <a:rPr lang="en-US" dirty="0"/>
              <a:t>Currency (</a:t>
            </a:r>
            <a:r>
              <a:rPr lang="ru-RU" dirty="0"/>
              <a:t>валюта), </a:t>
            </a:r>
            <a:r>
              <a:rPr lang="en-US" dirty="0"/>
              <a:t>Materials (</a:t>
            </a:r>
            <a:r>
              <a:rPr lang="ru-RU" dirty="0"/>
              <a:t>материалы)  пользовались успехов и дали большую часть выручки. Транспорт и оружие без особых скачков, стабильно.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13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885888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С 1 января 2023 года увеличили стоимость одного кристалла.</a:t>
            </a:r>
            <a:endParaRPr lang="ru-RU" b="1" dirty="0"/>
          </a:p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Повлияло ли изменение цены на этот показатель? Повлияло ли изменение на суммарную выручку, которую мы получаем с кристаллов?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Среднее количество приобретаемых кристаллов на одну покупку уменьшилось. Но суммарная выручка увеличилась.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14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146510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Был вопрос: Надо ли нам наше маркетинговое воздействие распределять на все когорты поровну или есть когорты более “щедрые” на покупку игровых предметов.</a:t>
            </a:r>
            <a:endParaRPr lang="ru-RU" b="1" dirty="0"/>
          </a:p>
          <a:p>
            <a:pPr rtl="0"/>
            <a:r>
              <a:rPr lang="ru-RU" dirty="0"/>
              <a:t>Средняя выручка в месяц растет, это значит, что поздние когорты щедрые на покупку игровых предметов, с учетом выделенных им месяцев, они покупают больше.</a:t>
            </a:r>
          </a:p>
          <a:p>
            <a:pPr rtl="0"/>
            <a:r>
              <a:rPr lang="ru-RU" dirty="0"/>
              <a:t>А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средняя выручка на одного клиента за всё время примерно на том же уровне, что и на старте.</a:t>
            </a:r>
            <a:endParaRPr lang="ru-RU" dirty="0"/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15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928239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r>
              <a:rPr lang="ru-RU" sz="1200" b="1" i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Есть информация: Что 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ноябре и декабре 2022 года была опробована альтернативная стратегия привлечения клиентов.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Проверяем следующую гипотезу: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в ноябре и декабре 2022 года из-за более дорогой и таргетированной рекламы мы приобрели более “лояльных” игроков, которые больше времени посвящают нашей игре.</a:t>
            </a:r>
          </a:p>
          <a:p>
            <a:pPr rtl="0"/>
            <a:r>
              <a:rPr lang="ru-RU" dirty="0"/>
              <a:t>Вывод по гипотезе: Гипотеза подтверждается - пользователи, привлеченные в ноябре-декабре 2022 года, действительно проводят в игре значительно больше времени (в среднем на 40 минут дольше за сессию), что свидетельствует о их большей лояльности. Это подтверждает, что более дорогая и таргетированная реклама в этот период привлекла более качественную и вовлеченную аудиторию.</a:t>
            </a:r>
          </a:p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Рассчитайте, сколько пользователей нам принесет одна будущая среднестатистическая когорта в результате</a:t>
            </a:r>
            <a:endParaRPr lang="en-US" b="1" dirty="0"/>
          </a:p>
          <a:p>
            <a:pPr rtl="0"/>
            <a:r>
              <a:rPr lang="ru-RU" dirty="0"/>
              <a:t>Итоговый вывод: Наша игра имеет умеренный  эффект цепной реакции, но недостаточный для самостоятельного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показательного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ru-RU" dirty="0"/>
              <a:t>роста. </a:t>
            </a:r>
          </a:p>
          <a:p>
            <a:pPr rtl="0"/>
            <a:r>
              <a:rPr lang="ru-RU" dirty="0"/>
              <a:t>Рекомендации: Улучшите реферальную программу, чтобы увеличить K-</a:t>
            </a:r>
            <a:r>
              <a:rPr lang="ru-RU" dirty="0" err="1"/>
              <a:t>factor</a:t>
            </a:r>
            <a:r>
              <a:rPr lang="ru-RU" dirty="0"/>
              <a:t> выше 1.0Сфокусируйтесь на удержании существующих пользователей (средний размер когорты хороший) </a:t>
            </a:r>
          </a:p>
          <a:p>
            <a:pPr rtl="0"/>
            <a:r>
              <a:rPr lang="ru-RU" dirty="0"/>
              <a:t>Рассмотреть дополнительные каналы привлечения, так как органического роста недостаточно В целом: Игра стабильно привлекает новых пользователей, но нуждается в оптимизации </a:t>
            </a:r>
            <a:r>
              <a:rPr lang="ru-RU" dirty="0" err="1"/>
              <a:t>виральных</a:t>
            </a:r>
            <a:r>
              <a:rPr lang="ru-RU" dirty="0"/>
              <a:t> механик для выхода на самоподдерживающийся рост.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16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45785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Рассчитайте, сколько пользователей нам принесет одна будущая среднестатистическая когорта в результате</a:t>
            </a:r>
            <a:endParaRPr lang="en-US" b="1" dirty="0"/>
          </a:p>
          <a:p>
            <a:pPr rtl="0"/>
            <a:r>
              <a:rPr lang="ru-RU" dirty="0"/>
              <a:t>Итоговый вывод: Наша игра имеет умеренный  эффект цепной реакции, но недостаточный для самостоятельного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показательного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ru-RU" dirty="0"/>
              <a:t>роста. </a:t>
            </a:r>
          </a:p>
          <a:p>
            <a:pPr rtl="0"/>
            <a:r>
              <a:rPr lang="ru-RU" dirty="0"/>
              <a:t>Рекомендации: Улучшите реферальную программу, чтобы увеличить K-</a:t>
            </a:r>
            <a:r>
              <a:rPr lang="ru-RU" dirty="0" err="1"/>
              <a:t>factor</a:t>
            </a:r>
            <a:r>
              <a:rPr lang="ru-RU" dirty="0"/>
              <a:t> выше 1.0   Сфокусируйтесь на удержании существующих пользователей (средний размер когорты хороший) </a:t>
            </a:r>
          </a:p>
          <a:p>
            <a:pPr rtl="0"/>
            <a:r>
              <a:rPr lang="ru-RU" dirty="0"/>
              <a:t>Рассмотреть дополнительные каналы привлечения, так как органического роста недостаточно В целом: Игра стабильно привлекает новых пользователей, но нуждается в оптимизации </a:t>
            </a:r>
            <a:r>
              <a:rPr lang="ru-RU" dirty="0" err="1"/>
              <a:t>виральных</a:t>
            </a:r>
            <a:r>
              <a:rPr lang="ru-RU" dirty="0"/>
              <a:t> механик для выхода на самоподдерживающийся рост.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17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26061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Самым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лояльным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считается тот пользователь, который заплатил суммарно больше 1000 рублей за всё время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икоторый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пригласил как минимум3 друзей, из которых , как минимум 1 в результате зарегистрировался в нашей игре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С января рост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рост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таких пользователей вдвое, а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тмарте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втрое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18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Топ-25 пользователей по средним выплатам за один месяц своей жизни.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19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45061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20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cxnSp>
        <p:nvCxnSpPr>
          <p:cNvPr id="24" name="Прямая соединительная линия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47" name="Контент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изображение≈≈</a:t>
            </a:r>
          </a:p>
        </p:txBody>
      </p:sp>
      <p:sp>
        <p:nvSpPr>
          <p:cNvPr id="9" name="Полилиния: Фигура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Полилиния: фигура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26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6" name="Полилиния: Фигура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9" name="Полилиния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Название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Контент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Текст 47" descr="Щелкните значок, чтобы добавить фото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1" cap="all" baseline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Контент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Таблица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ru-RU" sz="2700">
                <a:latin typeface="+mn-lt"/>
              </a:defRPr>
            </a:lvl1pPr>
          </a:lstStyle>
          <a:p>
            <a:pPr rtl="0"/>
            <a:r>
              <a:rPr lang="ru-RU"/>
              <a:t>Щелкните, чтобы изменить стиль текста</a:t>
            </a:r>
          </a:p>
        </p:txBody>
      </p:sp>
      <p:sp>
        <p:nvSpPr>
          <p:cNvPr id="11" name="Подзаголовок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4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" name="Полилиния: Фигура 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Полилиния: Фигура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6" name="Полилиния: Фигура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Полилиния: Фигура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участника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52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3" name="Контент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Контент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1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участников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ru-RU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6" name="Контент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8" name="Контент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 dirty="0"/>
          </a:p>
        </p:txBody>
      </p:sp>
      <p:sp>
        <p:nvSpPr>
          <p:cNvPr id="4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6" name="Контент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9" name="Контент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0" name="Контент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2" name="Контент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5" name="Контент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8" name="Контент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ru-RU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столбцов со зна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Полилиния: Фигура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Полилиния: Фигура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Полилиния: Фигура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4" name="Контент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6" name="Контент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1" name="Контент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5" name="Контент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0" name="Контент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1" name="Контент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27" name="Контент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25" name="Контент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8" name="Контент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9" name="Контент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олилиния: Форма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Полилиния: Фигура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Полилиния: Фигура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9" name="Полилиния: Фигура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Полилиния: Фигура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1" name="Полилиния: Фигура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Полилиния: Фигура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3" name="Полилиния: Фигура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4" name="Полилиния: Фигура 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5" name="Полилиния: Фигура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6" name="Полилиния: Фигура 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Полилиния: Фигура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8" name="Полилиния: Фигура 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9" name="Полилиния: фигура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0" name="Полилиния: фигура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Полилиния: Фигура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Полилиния: фигура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3" name="Полилиния: Фигура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Полилиния: Фигура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6" name="Контент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8" name="Контент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0" name="Контент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2" name="Контент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4" name="Контент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Полилиния: Фигура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1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Контент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Рисунок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2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Объект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4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Объект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7" name="Полилиния: Фигура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18" name="Объект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19" name="Полилиния: Форма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0" name="Полилиния: Фигура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Шестиугольник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0" name="Шестиугольник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Шестиугольник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Шестиугольник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4" name="Полилиния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4" name="Шестиугольник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Шестиугольник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8" name="Шестиугольник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9" name="Объект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0" name="Объект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1" name="Объект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0" name="Полилиния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нт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727777" cy="205744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Игра</a:t>
            </a:r>
            <a:br>
              <a:rPr lang="ru-RU" b="0" dirty="0">
                <a:latin typeface="Candara Light" panose="020E0502030303020204" pitchFamily="34" charset="0"/>
              </a:rPr>
            </a:br>
            <a:r>
              <a:rPr lang="en-US" dirty="0">
                <a:latin typeface="Candara Light" panose="020E0502030303020204" pitchFamily="34" charset="0"/>
              </a:rPr>
              <a:t>Zombie Revolution</a:t>
            </a:r>
            <a:endParaRPr lang="ru-RU" dirty="0">
              <a:latin typeface="Candara Light" panose="020E0502030303020204" pitchFamily="34" charset="0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Вячеслав </a:t>
            </a:r>
          </a:p>
          <a:p>
            <a:pPr rtl="0"/>
            <a:r>
              <a:rPr lang="ru-RU" dirty="0"/>
              <a:t>Тихомиров</a:t>
            </a:r>
          </a:p>
        </p:txBody>
      </p:sp>
      <p:pic>
        <p:nvPicPr>
          <p:cNvPr id="30" name="Рисунок 29" descr="Люди в офисе обсуждают работу рядом с ноутбуком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Полилиния: Фигура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Полилиния: Фигура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0" dirty="0">
                <a:latin typeface="Candara Light" panose="020E0502030303020204" pitchFamily="34" charset="0"/>
              </a:rPr>
              <a:t>Повестка дня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Введение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Маркетинг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>
              <a:spcBef>
                <a:spcPts val="0"/>
              </a:spcBef>
            </a:pPr>
            <a:r>
              <a:rPr lang="ru-RU" dirty="0"/>
              <a:t>Чистота </a:t>
            </a:r>
          </a:p>
          <a:p>
            <a:pPr rtl="0">
              <a:spcBef>
                <a:spcPts val="0"/>
              </a:spcBef>
            </a:pPr>
            <a:r>
              <a:rPr lang="ru-RU" dirty="0"/>
              <a:t>данных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Финансы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Лояльность</a:t>
            </a:r>
          </a:p>
        </p:txBody>
      </p:sp>
      <p:sp>
        <p:nvSpPr>
          <p:cNvPr id="21" name="Нижний колонтитул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  <a:endParaRPr lang="ru-RU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2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2375" y="480840"/>
            <a:ext cx="5921794" cy="168890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800" dirty="0">
                <a:latin typeface="Candara Light" panose="020E0502030303020204" pitchFamily="34" charset="0"/>
              </a:rPr>
              <a:t>		Объект   исследования </a:t>
            </a:r>
            <a:br>
              <a:rPr lang="ru-RU" sz="2800" dirty="0">
                <a:latin typeface="Candara Light" panose="020E0502030303020204" pitchFamily="34" charset="0"/>
              </a:rPr>
            </a:br>
            <a:br>
              <a:rPr lang="ru-RU" sz="2800" dirty="0">
                <a:latin typeface="Candara Light" panose="020E0502030303020204" pitchFamily="34" charset="0"/>
              </a:rPr>
            </a:br>
            <a:r>
              <a:rPr lang="ru-RU" sz="2800" dirty="0">
                <a:latin typeface="Candara Light" panose="020E0502030303020204" pitchFamily="34" charset="0"/>
              </a:rPr>
              <a:t>  – это наша игра Zombie Revolution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3</a:t>
            </a:fld>
            <a:endParaRPr lang="ru-RU" altLang="zh-CN" noProof="0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63DDCF6-8DF8-4DA8-A01E-1C6604597F81}"/>
              </a:ext>
            </a:extLst>
          </p:cNvPr>
          <p:cNvSpPr/>
          <p:nvPr/>
        </p:nvSpPr>
        <p:spPr>
          <a:xfrm>
            <a:off x="5066270" y="2799373"/>
            <a:ext cx="5847812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EC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показатели игры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9C23FD5-4A1C-4BA9-9BAF-87041EA5E86E}"/>
              </a:ext>
            </a:extLst>
          </p:cNvPr>
          <p:cNvSpPr/>
          <p:nvPr/>
        </p:nvSpPr>
        <p:spPr>
          <a:xfrm>
            <a:off x="5066270" y="4058627"/>
            <a:ext cx="5847812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EC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Технические проблемы аналитики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B272A4C-04F4-40C5-B0FA-A5E1EBA8AA3B}"/>
              </a:ext>
            </a:extLst>
          </p:cNvPr>
          <p:cNvSpPr/>
          <p:nvPr/>
        </p:nvSpPr>
        <p:spPr>
          <a:xfrm>
            <a:off x="5066270" y="3429000"/>
            <a:ext cx="5847812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EC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Маркетинговая активность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B290FD4-2F7E-493A-AB10-8F8F0449D80A}"/>
              </a:ext>
            </a:extLst>
          </p:cNvPr>
          <p:cNvSpPr/>
          <p:nvPr/>
        </p:nvSpPr>
        <p:spPr>
          <a:xfrm>
            <a:off x="5066270" y="5317881"/>
            <a:ext cx="5847812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EC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Лояльность пользователей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FCAE5EF-7400-415F-AAE3-B317268E9303}"/>
              </a:ext>
            </a:extLst>
          </p:cNvPr>
          <p:cNvSpPr/>
          <p:nvPr/>
        </p:nvSpPr>
        <p:spPr>
          <a:xfrm>
            <a:off x="5066270" y="4688254"/>
            <a:ext cx="5847812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EC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Финансовые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Candara Light" panose="020E0502030303020204" pitchFamily="34" charset="0"/>
              </a:rPr>
              <a:t>Введение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4260180" cy="232998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dirty="0"/>
              <a:t>3078</a:t>
            </a:r>
            <a:r>
              <a:rPr lang="ru-RU" dirty="0"/>
              <a:t>   -   пользователей в игре </a:t>
            </a:r>
          </a:p>
          <a:p>
            <a:r>
              <a:rPr lang="ru-RU" b="1" dirty="0"/>
              <a:t>01 июля </a:t>
            </a:r>
            <a:r>
              <a:rPr lang="ru-RU" dirty="0"/>
              <a:t>2022 - первая регистрация 	</a:t>
            </a:r>
          </a:p>
          <a:p>
            <a:r>
              <a:rPr lang="ru-RU" b="1" dirty="0"/>
              <a:t>30 марта </a:t>
            </a:r>
            <a:r>
              <a:rPr lang="ru-RU" dirty="0"/>
              <a:t>2023 -  крайняя регистрация</a:t>
            </a:r>
          </a:p>
          <a:p>
            <a:r>
              <a:rPr lang="ru-RU" b="1" dirty="0"/>
              <a:t>27161</a:t>
            </a:r>
            <a:r>
              <a:rPr lang="ru-RU" dirty="0"/>
              <a:t>  - суммарное количество игровых сессий </a:t>
            </a:r>
          </a:p>
          <a:p>
            <a:r>
              <a:rPr lang="ru-RU" dirty="0"/>
              <a:t>			   за всё время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BFB0B65-7801-430E-892B-E75A132116F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t="2130" b="2130"/>
          <a:stretch>
            <a:fillRect/>
          </a:stretch>
        </p:blipFill>
        <p:spPr/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4</a:t>
            </a:fld>
            <a:endParaRPr lang="ru-RU" altLang="zh-CN" dirty="0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361468"/>
            <a:ext cx="10515600" cy="111543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>
                <a:latin typeface="Candara Light" panose="020E0502030303020204" pitchFamily="34" charset="0"/>
              </a:rPr>
              <a:t>Пользовательская база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5</a:t>
            </a:fld>
            <a:endParaRPr lang="ru-RU" altLang="zh-CN" dirty="0"/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6600C2AE-1E4B-4191-B886-AF2893E13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099009"/>
              </p:ext>
            </p:extLst>
          </p:nvPr>
        </p:nvGraphicFramePr>
        <p:xfrm>
          <a:off x="1104929" y="1944992"/>
          <a:ext cx="6140697" cy="3561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2F1BCBA-BFB6-499F-BA0E-19425AE3AA1B}"/>
              </a:ext>
            </a:extLst>
          </p:cNvPr>
          <p:cNvSpPr/>
          <p:nvPr/>
        </p:nvSpPr>
        <p:spPr>
          <a:xfrm>
            <a:off x="7538241" y="2972131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 января 2023 прирост удвоился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CEEC032-03A4-4AA1-9C99-5E6EE797A96B}"/>
              </a:ext>
            </a:extLst>
          </p:cNvPr>
          <p:cNvSpPr/>
          <p:nvPr/>
        </p:nvSpPr>
        <p:spPr>
          <a:xfrm>
            <a:off x="7538241" y="3634615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Рекордный месяц Март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44E3AF-CBE2-4F64-AF21-F3B3B81116ED}"/>
              </a:ext>
            </a:extLst>
          </p:cNvPr>
          <p:cNvSpPr/>
          <p:nvPr/>
        </p:nvSpPr>
        <p:spPr>
          <a:xfrm>
            <a:off x="812314" y="1351273"/>
            <a:ext cx="5636761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Динамика роста количества новых пользователей </a:t>
            </a:r>
          </a:p>
          <a:p>
            <a:r>
              <a:rPr lang="ru-RU" dirty="0"/>
              <a:t>    </a:t>
            </a:r>
            <a:r>
              <a:rPr lang="ru-RU" sz="900" dirty="0"/>
              <a:t>Человек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62E401-4CB3-4043-8FA3-BBBFB0FDF1AF}"/>
              </a:ext>
            </a:extLst>
          </p:cNvPr>
          <p:cNvSpPr/>
          <p:nvPr/>
        </p:nvSpPr>
        <p:spPr>
          <a:xfrm>
            <a:off x="1490869" y="5447937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845A7DE-5FF7-4252-A509-1E6DB3AC6C55}"/>
              </a:ext>
            </a:extLst>
          </p:cNvPr>
          <p:cNvSpPr/>
          <p:nvPr/>
        </p:nvSpPr>
        <p:spPr>
          <a:xfrm>
            <a:off x="5019260" y="5458582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>
                <a:latin typeface="Candara Light" panose="020E0502030303020204" pitchFamily="34" charset="0"/>
              </a:rPr>
              <a:t>Активность пользователей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6</a:t>
            </a:fld>
            <a:endParaRPr lang="ru-RU" altLang="zh-CN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2F1BCBA-BFB6-499F-BA0E-19425AE3AA1B}"/>
              </a:ext>
            </a:extLst>
          </p:cNvPr>
          <p:cNvSpPr/>
          <p:nvPr/>
        </p:nvSpPr>
        <p:spPr>
          <a:xfrm>
            <a:off x="599420" y="2464264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Игровых сессий за всё время 27161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CEEC032-03A4-4AA1-9C99-5E6EE797A96B}"/>
              </a:ext>
            </a:extLst>
          </p:cNvPr>
          <p:cNvSpPr/>
          <p:nvPr/>
        </p:nvSpPr>
        <p:spPr>
          <a:xfrm>
            <a:off x="599420" y="3677478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 января рост обоих показателей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6D76186A-EBA7-41BB-8B58-969B30E05F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589644"/>
              </p:ext>
            </p:extLst>
          </p:nvPr>
        </p:nvGraphicFramePr>
        <p:xfrm>
          <a:off x="4908884" y="1908885"/>
          <a:ext cx="6285285" cy="382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D6BE829-57B3-4A62-BB9D-3B6413C940A1}"/>
              </a:ext>
            </a:extLst>
          </p:cNvPr>
          <p:cNvSpPr/>
          <p:nvPr/>
        </p:nvSpPr>
        <p:spPr>
          <a:xfrm>
            <a:off x="599420" y="3070871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Игровых сессий более 5мин 19375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8761BFA-55E4-44BF-BDE9-70781A094FB4}"/>
              </a:ext>
            </a:extLst>
          </p:cNvPr>
          <p:cNvSpPr/>
          <p:nvPr/>
        </p:nvSpPr>
        <p:spPr>
          <a:xfrm>
            <a:off x="599420" y="4284085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/>
                </a:solidFill>
              </a:rPr>
              <a:t>В итоге доля сессий более 5мин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ru-RU" sz="1700" dirty="0">
                <a:solidFill>
                  <a:schemeClr val="tx1"/>
                </a:solidFill>
              </a:rPr>
              <a:t>упала 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006E802-BE39-4A5A-95AD-99094F1388A5}"/>
              </a:ext>
            </a:extLst>
          </p:cNvPr>
          <p:cNvSpPr/>
          <p:nvPr/>
        </p:nvSpPr>
        <p:spPr>
          <a:xfrm>
            <a:off x="5318855" y="5679114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A208457-6245-412F-BEC9-A3AF82ADE484}"/>
              </a:ext>
            </a:extLst>
          </p:cNvPr>
          <p:cNvSpPr/>
          <p:nvPr/>
        </p:nvSpPr>
        <p:spPr>
          <a:xfrm>
            <a:off x="8383420" y="5679113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64C1F5A-EC79-4C24-AC60-8A000F3511FB}"/>
              </a:ext>
            </a:extLst>
          </p:cNvPr>
          <p:cNvSpPr/>
          <p:nvPr/>
        </p:nvSpPr>
        <p:spPr>
          <a:xfrm>
            <a:off x="4599432" y="1543090"/>
            <a:ext cx="3338127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Динамика игровых сессий</a:t>
            </a:r>
          </a:p>
          <a:p>
            <a:r>
              <a:rPr lang="ru-RU" dirty="0"/>
              <a:t>    </a:t>
            </a:r>
            <a:r>
              <a:rPr lang="ru-RU" sz="900" dirty="0"/>
              <a:t>кол-со сессий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06BF6A1-8E93-48DF-9665-F0061AF4B216}"/>
              </a:ext>
            </a:extLst>
          </p:cNvPr>
          <p:cNvSpPr/>
          <p:nvPr/>
        </p:nvSpPr>
        <p:spPr>
          <a:xfrm>
            <a:off x="10648937" y="1989274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Доля</a:t>
            </a:r>
          </a:p>
        </p:txBody>
      </p:sp>
    </p:spTree>
    <p:extLst>
      <p:ext uri="{BB962C8B-B14F-4D97-AF65-F5344CB8AC3E}">
        <p14:creationId xmlns:p14="http://schemas.microsoft.com/office/powerpoint/2010/main" val="176262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>
                <a:latin typeface="Candara Light" panose="020E0502030303020204" pitchFamily="34" charset="0"/>
              </a:rPr>
              <a:t>Длительность одной игровой сессии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7</a:t>
            </a:fld>
            <a:endParaRPr lang="ru-RU" altLang="zh-CN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CEEC032-03A4-4AA1-9C99-5E6EE797A96B}"/>
              </a:ext>
            </a:extLst>
          </p:cNvPr>
          <p:cNvSpPr/>
          <p:nvPr/>
        </p:nvSpPr>
        <p:spPr>
          <a:xfrm>
            <a:off x="587829" y="4682970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 марте увеличение до 5,54 ч.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D6BE829-57B3-4A62-BB9D-3B6413C940A1}"/>
              </a:ext>
            </a:extLst>
          </p:cNvPr>
          <p:cNvSpPr/>
          <p:nvPr/>
        </p:nvSpPr>
        <p:spPr>
          <a:xfrm>
            <a:off x="587829" y="4076363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Средняя продолжительность </a:t>
            </a:r>
            <a:r>
              <a:rPr lang="en-US" dirty="0">
                <a:solidFill>
                  <a:schemeClr val="tx1"/>
                </a:solidFill>
              </a:rPr>
              <a:t>~</a:t>
            </a:r>
            <a:r>
              <a:rPr lang="ru-RU" dirty="0">
                <a:solidFill>
                  <a:schemeClr val="tx1"/>
                </a:solidFill>
              </a:rPr>
              <a:t>2,4 ч.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8761BFA-55E4-44BF-BDE9-70781A094FB4}"/>
              </a:ext>
            </a:extLst>
          </p:cNvPr>
          <p:cNvSpPr/>
          <p:nvPr/>
        </p:nvSpPr>
        <p:spPr>
          <a:xfrm>
            <a:off x="587829" y="3469756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 декабре доля таких сессий упала 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A6EA73C8-7D94-430E-9869-ACC44FC737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016332"/>
              </p:ext>
            </p:extLst>
          </p:nvPr>
        </p:nvGraphicFramePr>
        <p:xfrm>
          <a:off x="4939748" y="2057399"/>
          <a:ext cx="6254421" cy="3617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995A374-177E-447F-B378-CBE0E732F208}"/>
              </a:ext>
            </a:extLst>
          </p:cNvPr>
          <p:cNvSpPr/>
          <p:nvPr/>
        </p:nvSpPr>
        <p:spPr>
          <a:xfrm>
            <a:off x="599420" y="2863149"/>
            <a:ext cx="3885224" cy="50250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Длинные сессии, те что </a:t>
            </a:r>
            <a:r>
              <a:rPr lang="en-US" b="1" dirty="0">
                <a:solidFill>
                  <a:schemeClr val="tx1"/>
                </a:solidFill>
              </a:rPr>
              <a:t>&gt;</a:t>
            </a:r>
            <a:r>
              <a:rPr lang="ru-RU" b="1" dirty="0">
                <a:solidFill>
                  <a:schemeClr val="tx1"/>
                </a:solidFill>
              </a:rPr>
              <a:t> 5 минут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527367-2719-44CA-991A-68E3BD35118F}"/>
              </a:ext>
            </a:extLst>
          </p:cNvPr>
          <p:cNvSpPr/>
          <p:nvPr/>
        </p:nvSpPr>
        <p:spPr>
          <a:xfrm>
            <a:off x="4599432" y="1543090"/>
            <a:ext cx="5349638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Динамика средней продолжительности сессий</a:t>
            </a:r>
          </a:p>
          <a:p>
            <a:r>
              <a:rPr lang="ru-RU" dirty="0"/>
              <a:t>    </a:t>
            </a:r>
            <a:r>
              <a:rPr lang="ru-RU" sz="900" dirty="0"/>
              <a:t>доля длинных сессий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E985640-A184-4B90-80BF-782DBB4603CA}"/>
              </a:ext>
            </a:extLst>
          </p:cNvPr>
          <p:cNvSpPr/>
          <p:nvPr/>
        </p:nvSpPr>
        <p:spPr>
          <a:xfrm>
            <a:off x="5318855" y="5613409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6511515-A595-4A28-9FA7-5459C84925BA}"/>
              </a:ext>
            </a:extLst>
          </p:cNvPr>
          <p:cNvSpPr/>
          <p:nvPr/>
        </p:nvSpPr>
        <p:spPr>
          <a:xfrm>
            <a:off x="8433116" y="5613410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3F32C34-FA14-4F4A-9712-500D569EB94D}"/>
              </a:ext>
            </a:extLst>
          </p:cNvPr>
          <p:cNvSpPr/>
          <p:nvPr/>
        </p:nvSpPr>
        <p:spPr>
          <a:xfrm>
            <a:off x="9893156" y="1944655"/>
            <a:ext cx="1356928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Продолжительность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6314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1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Заголовок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0" y="514283"/>
            <a:ext cx="5360498" cy="80282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3200" dirty="0">
                <a:latin typeface="Candara Light" panose="020E0502030303020204" pitchFamily="34" charset="0"/>
              </a:rPr>
              <a:t>Самые вовлечённые игроки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топ-25 игроков</a:t>
            </a:r>
          </a:p>
          <a:p>
            <a:pPr>
              <a:spcBef>
                <a:spcPts val="0"/>
              </a:spcBef>
            </a:pPr>
            <a:r>
              <a:rPr lang="ru-RU" dirty="0"/>
              <a:t>С 2022</a:t>
            </a:r>
          </a:p>
        </p:txBody>
      </p:sp>
      <p:pic>
        <p:nvPicPr>
          <p:cNvPr id="48" name="Рисунок 19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/>
          <a:stretch/>
        </p:blipFill>
        <p:spPr>
          <a:xfrm>
            <a:off x="581710" y="1025230"/>
            <a:ext cx="5045662" cy="5045662"/>
          </a:xfrm>
          <a:blipFill>
            <a:blip r:embed="rId4"/>
            <a:stretch>
              <a:fillRect/>
            </a:stretch>
          </a:blipFill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C6EBBC2-4506-4395-AEFB-FA221F5F0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68266"/>
              </p:ext>
            </p:extLst>
          </p:nvPr>
        </p:nvGraphicFramePr>
        <p:xfrm>
          <a:off x="5973418" y="2337195"/>
          <a:ext cx="5953539" cy="5367332"/>
        </p:xfrm>
        <a:graphic>
          <a:graphicData uri="http://schemas.openxmlformats.org/drawingml/2006/table">
            <a:tbl>
              <a:tblPr/>
              <a:tblGrid>
                <a:gridCol w="1611626">
                  <a:extLst>
                    <a:ext uri="{9D8B030D-6E8A-4147-A177-3AD203B41FA5}">
                      <a16:colId xmlns:a16="http://schemas.microsoft.com/office/drawing/2014/main" val="2138589172"/>
                    </a:ext>
                  </a:extLst>
                </a:gridCol>
                <a:gridCol w="1611626">
                  <a:extLst>
                    <a:ext uri="{9D8B030D-6E8A-4147-A177-3AD203B41FA5}">
                      <a16:colId xmlns:a16="http://schemas.microsoft.com/office/drawing/2014/main" val="2881897228"/>
                    </a:ext>
                  </a:extLst>
                </a:gridCol>
                <a:gridCol w="2730287">
                  <a:extLst>
                    <a:ext uri="{9D8B030D-6E8A-4147-A177-3AD203B41FA5}">
                      <a16:colId xmlns:a16="http://schemas.microsoft.com/office/drawing/2014/main" val="2380329803"/>
                    </a:ext>
                  </a:extLst>
                </a:gridCol>
              </a:tblGrid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Юзеры 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id)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Суммарное  время в игре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030278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7143"/>
                  </a:ext>
                </a:extLst>
              </a:tr>
              <a:tr h="197482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Возглавляют ТОП - 25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573257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2902744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6 дней 18 часов 33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643558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2903516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5 дней 20 часов 19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938408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2901980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5 дней 10 часов 16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679627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639137"/>
                  </a:ext>
                </a:extLst>
              </a:tr>
              <a:tr h="197482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Замыкают  ТОП - 25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46254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2903735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3 дней 11 часов 34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030562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2903053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3 дней 10 часов 14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92020"/>
                  </a:ext>
                </a:extLst>
              </a:tr>
              <a:tr h="197482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2902281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3 дней 9 часов 30 минут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764795"/>
                  </a:ext>
                </a:extLst>
              </a:tr>
              <a:tr h="156973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065607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407809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032947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163786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88766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753804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07393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399310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255987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871552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067444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085929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096493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719831"/>
                  </a:ext>
                </a:extLst>
              </a:tr>
              <a:tr h="169451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96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Candara Light" panose="020E0502030303020204" pitchFamily="34" charset="0"/>
              </a:rPr>
              <a:t>Привлечение через </a:t>
            </a:r>
            <a:r>
              <a:rPr lang="en-US" dirty="0">
                <a:latin typeface="Candara Light" panose="020E0502030303020204" pitchFamily="34" charset="0"/>
              </a:rPr>
              <a:t>REFERRAL</a:t>
            </a:r>
            <a:endParaRPr lang="ru-RU" dirty="0">
              <a:latin typeface="Candara Light" panose="020E0502030303020204" pitchFamily="34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2992</a:t>
            </a:r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Пользователи, которые рассылали приглашения</a:t>
            </a:r>
            <a:endParaRPr lang="ru-RU" sz="1300" dirty="0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7933</a:t>
            </a:r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Общее количество разосланных приглашений </a:t>
            </a:r>
            <a:endParaRPr lang="ru-RU" sz="1300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36%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Доля приглашенных друзей установила игру </a:t>
            </a:r>
            <a:endParaRPr lang="ru-RU" sz="1300" dirty="0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9 из17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 sz="1300" dirty="0"/>
              <a:t>Юзер № 2902464</a:t>
            </a:r>
          </a:p>
          <a:p>
            <a:pPr rtl="0"/>
            <a:r>
              <a:rPr lang="ru-RU" sz="1300" dirty="0"/>
              <a:t>Лидер</a:t>
            </a:r>
          </a:p>
          <a:p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 тех что сделали больше 5 приглашений и минимум половина приглашенных зарегистрировались</a:t>
            </a:r>
            <a:endParaRPr lang="ru-RU" sz="1300" dirty="0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9303DF4A-6DF5-9082-4ABE-2B0D5433359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0 из</a:t>
            </a:r>
            <a:r>
              <a:rPr lang="en-US" sz="2400" dirty="0"/>
              <a:t> </a:t>
            </a:r>
            <a:r>
              <a:rPr lang="ru-RU" sz="2400" dirty="0"/>
              <a:t>7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0930742F-3693-100E-944F-A04AB532014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sz="1300" dirty="0"/>
              <a:t>Юзер № 2901910</a:t>
            </a:r>
          </a:p>
          <a:p>
            <a:r>
              <a:rPr lang="ru-RU" sz="1300" dirty="0"/>
              <a:t>Лидер</a:t>
            </a:r>
          </a:p>
          <a:p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 тех что сделали</a:t>
            </a:r>
          </a:p>
          <a:p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больше 6 приглашений, но нет ни одного зарегистрированного друга</a:t>
            </a:r>
            <a:endParaRPr lang="ru-RU" sz="13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+mn-lt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9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 animBg="1"/>
      <p:bldP spid="42" grpId="0" build="p" animBg="1"/>
      <p:bldP spid="44" grpId="0" build="p" animBg="1"/>
      <p:bldP spid="46" grpId="0" build="p" animBg="1"/>
      <p:bldP spid="48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>
                <a:latin typeface="Candara Light" panose="020E0502030303020204" pitchFamily="34" charset="0"/>
              </a:rPr>
              <a:t>Маркетинговые акции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10</a:t>
            </a:fld>
            <a:endParaRPr lang="ru-RU" altLang="zh-CN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AE6DCCDD-C114-4D89-8CCD-2E91835A2B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6386328"/>
              </p:ext>
            </p:extLst>
          </p:nvPr>
        </p:nvGraphicFramePr>
        <p:xfrm>
          <a:off x="720496" y="1848678"/>
          <a:ext cx="6336288" cy="3952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876CDAF-3609-4108-8A57-5D479C50C918}"/>
              </a:ext>
            </a:extLst>
          </p:cNvPr>
          <p:cNvSpPr/>
          <p:nvPr/>
        </p:nvSpPr>
        <p:spPr>
          <a:xfrm>
            <a:off x="7538241" y="3177746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Акция имела успех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B9DC8E4-683B-4FF9-ABF0-63549E218B38}"/>
              </a:ext>
            </a:extLst>
          </p:cNvPr>
          <p:cNvSpPr/>
          <p:nvPr/>
        </p:nvSpPr>
        <p:spPr>
          <a:xfrm>
            <a:off x="7538241" y="3798777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Число заходов в игру выросло на  ≈70 - 80%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85B9E07-3211-42EE-AA21-607A1129B270}"/>
              </a:ext>
            </a:extLst>
          </p:cNvPr>
          <p:cNvSpPr/>
          <p:nvPr/>
        </p:nvSpPr>
        <p:spPr>
          <a:xfrm>
            <a:off x="7538241" y="1936710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Период: первые 3 недели марта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AEA95DB-7A4D-4F98-BCE4-6AEF1A5B26A4}"/>
              </a:ext>
            </a:extLst>
          </p:cNvPr>
          <p:cNvSpPr/>
          <p:nvPr/>
        </p:nvSpPr>
        <p:spPr>
          <a:xfrm>
            <a:off x="7538241" y="2556715"/>
            <a:ext cx="3885224" cy="502508"/>
          </a:xfrm>
          <a:prstGeom prst="roundRect">
            <a:avLst/>
          </a:prstGeom>
          <a:solidFill>
            <a:srgbClr val="F8F6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Раздача бесплатных кристаллов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CC1477D-1325-4818-B0F5-58BD7E3BD822}"/>
              </a:ext>
            </a:extLst>
          </p:cNvPr>
          <p:cNvSpPr/>
          <p:nvPr/>
        </p:nvSpPr>
        <p:spPr>
          <a:xfrm>
            <a:off x="720495" y="1431037"/>
            <a:ext cx="6713613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ru-RU" dirty="0"/>
              <a:t>Динамика DAU,WAU,MAU в период 02.07.2022 - 30.04.2023     </a:t>
            </a:r>
            <a:r>
              <a:rPr lang="ru-RU" sz="900" dirty="0"/>
              <a:t>кол-во юзеров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99AF91-1258-470E-BB9B-ED1E349AF147}"/>
              </a:ext>
            </a:extLst>
          </p:cNvPr>
          <p:cNvSpPr/>
          <p:nvPr/>
        </p:nvSpPr>
        <p:spPr>
          <a:xfrm>
            <a:off x="866124" y="5701344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2022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6620C9-57C0-4488-BB89-D9002433E37A}"/>
              </a:ext>
            </a:extLst>
          </p:cNvPr>
          <p:cNvSpPr/>
          <p:nvPr/>
        </p:nvSpPr>
        <p:spPr>
          <a:xfrm>
            <a:off x="4155976" y="5701343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89610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en-US" dirty="0">
                <a:latin typeface="Candara Light" panose="020E0502030303020204" pitchFamily="34" charset="0"/>
              </a:rPr>
              <a:t>Sticky Factors</a:t>
            </a:r>
            <a:r>
              <a:rPr lang="ru-RU" dirty="0">
                <a:latin typeface="Candara Light" panose="020E0502030303020204" pitchFamily="34" charset="0"/>
              </a:rPr>
              <a:t> – коэффициент вовлеченности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11</a:t>
            </a:fld>
            <a:endParaRPr lang="ru-RU" altLang="zh-CN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876CDAF-3609-4108-8A57-5D479C50C918}"/>
              </a:ext>
            </a:extLst>
          </p:cNvPr>
          <p:cNvSpPr/>
          <p:nvPr/>
        </p:nvSpPr>
        <p:spPr>
          <a:xfrm>
            <a:off x="7586281" y="2929248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FAB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Акция повлияла на </a:t>
            </a:r>
            <a:r>
              <a:rPr lang="en-US" dirty="0">
                <a:solidFill>
                  <a:schemeClr val="tx1"/>
                </a:solidFill>
              </a:rPr>
              <a:t>SF </a:t>
            </a:r>
            <a:r>
              <a:rPr lang="ru-RU" dirty="0">
                <a:solidFill>
                  <a:schemeClr val="tx1"/>
                </a:solidFill>
              </a:rPr>
              <a:t>отрицательно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7544EE66-2EF2-40CC-86CD-C5913D4D75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005225"/>
              </p:ext>
            </p:extLst>
          </p:nvPr>
        </p:nvGraphicFramePr>
        <p:xfrm>
          <a:off x="987076" y="1631017"/>
          <a:ext cx="6511891" cy="4115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1D38984-7890-4E2E-A7F1-5E0BD1B1A1A2}"/>
              </a:ext>
            </a:extLst>
          </p:cNvPr>
          <p:cNvSpPr/>
          <p:nvPr/>
        </p:nvSpPr>
        <p:spPr>
          <a:xfrm>
            <a:off x="7586281" y="3557793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FAB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Новые юзеры не стали играть чаще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E839DB4-3F7D-4846-8828-7C88DB015804}"/>
              </a:ext>
            </a:extLst>
          </p:cNvPr>
          <p:cNvSpPr/>
          <p:nvPr/>
        </p:nvSpPr>
        <p:spPr>
          <a:xfrm>
            <a:off x="1010056" y="1454569"/>
            <a:ext cx="7513983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dirty="0"/>
              <a:t>Динамика SF (неделя)  и SF (месяц) в период 02.07.2022 - 30.04.2023     </a:t>
            </a:r>
            <a:r>
              <a:rPr lang="ru-RU" sz="900" dirty="0"/>
              <a:t>доля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446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Candara Light" panose="020E0502030303020204" pitchFamily="34" charset="0"/>
              </a:rPr>
              <a:t>Чистота данных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3262 / 12%</a:t>
            </a:r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у той части сессий, где не заполнено поле </a:t>
            </a:r>
            <a:r>
              <a:rPr lang="ru-RU" dirty="0" err="1"/>
              <a:t>end_session</a:t>
            </a:r>
            <a:r>
              <a:rPr lang="ru-RU" dirty="0"/>
              <a:t>  </a:t>
            </a:r>
          </a:p>
          <a:p>
            <a:pPr lvl="0"/>
            <a:r>
              <a:rPr lang="ru-RU" dirty="0"/>
              <a:t>и</a:t>
            </a:r>
          </a:p>
          <a:p>
            <a:r>
              <a:rPr lang="ru-RU" dirty="0"/>
              <a:t>доля от общего числа строк тех, где не заполнено поле </a:t>
            </a:r>
            <a:r>
              <a:rPr lang="ru-RU" sz="1400" dirty="0" err="1"/>
              <a:t>end_session</a:t>
            </a:r>
            <a:r>
              <a:rPr lang="ru-RU" sz="1400" dirty="0"/>
              <a:t> </a:t>
            </a:r>
            <a:endParaRPr lang="ru-RU" sz="1200" dirty="0"/>
          </a:p>
          <a:p>
            <a:pPr lvl="0"/>
            <a:endParaRPr lang="ru-RU" sz="1300" dirty="0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19%</a:t>
            </a:r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доля проблемных записей </a:t>
            </a:r>
            <a:r>
              <a:rPr lang="ru-RU" dirty="0" err="1"/>
              <a:t>ios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от </a:t>
            </a:r>
          </a:p>
          <a:p>
            <a:pPr lvl="0"/>
            <a:r>
              <a:rPr lang="ru-RU" dirty="0"/>
              <a:t>кол-во всех записей </a:t>
            </a:r>
            <a:r>
              <a:rPr lang="ru-RU" dirty="0" err="1"/>
              <a:t>ios</a:t>
            </a:r>
            <a:endParaRPr lang="ru-RU" sz="1300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97.61%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доля проблемных записей </a:t>
            </a:r>
            <a:r>
              <a:rPr lang="ru-RU" dirty="0" err="1"/>
              <a:t>ios</a:t>
            </a:r>
            <a:r>
              <a:rPr lang="ru-RU" dirty="0"/>
              <a:t>  </a:t>
            </a:r>
          </a:p>
          <a:p>
            <a:pPr lvl="0"/>
            <a:r>
              <a:rPr lang="ru-RU" dirty="0"/>
              <a:t>от </a:t>
            </a:r>
          </a:p>
          <a:p>
            <a:pPr lvl="0"/>
            <a:r>
              <a:rPr lang="ru-RU" dirty="0"/>
              <a:t>кол-во всех проблемных записей</a:t>
            </a:r>
            <a:endParaRPr lang="ru-RU" sz="1300" dirty="0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0.75%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 доля проблемных записей </a:t>
            </a:r>
            <a:r>
              <a:rPr lang="ru-RU" dirty="0" err="1"/>
              <a:t>android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от </a:t>
            </a:r>
          </a:p>
          <a:p>
            <a:pPr lvl="0"/>
            <a:r>
              <a:rPr lang="ru-RU" dirty="0"/>
              <a:t>кол-во всех записей </a:t>
            </a:r>
            <a:r>
              <a:rPr lang="ru-RU" dirty="0" err="1"/>
              <a:t>android</a:t>
            </a:r>
            <a:endParaRPr lang="ru-RU" sz="1300" dirty="0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9303DF4A-6DF5-9082-4ABE-2B0D5433359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2,39%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0930742F-3693-100E-944F-A04AB532014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доля проблемных записей </a:t>
            </a:r>
            <a:r>
              <a:rPr lang="ru-RU" dirty="0" err="1"/>
              <a:t>android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от </a:t>
            </a:r>
          </a:p>
          <a:p>
            <a:pPr lvl="0"/>
            <a:r>
              <a:rPr lang="ru-RU" dirty="0"/>
              <a:t>кол-во всех проблемных записей</a:t>
            </a:r>
            <a:endParaRPr lang="ru-RU" sz="13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+mn-lt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12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429605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6" y="707105"/>
            <a:ext cx="3412110" cy="123599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Выручка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13</a:t>
            </a:fld>
            <a:endParaRPr lang="ru-RU" altLang="zh-CN" dirty="0"/>
          </a:p>
        </p:txBody>
      </p:sp>
      <p:graphicFrame>
        <p:nvGraphicFramePr>
          <p:cNvPr id="31" name="Диаграмма 30">
            <a:extLst>
              <a:ext uri="{FF2B5EF4-FFF2-40B4-BE49-F238E27FC236}">
                <a16:creationId xmlns:a16="http://schemas.microsoft.com/office/drawing/2014/main" id="{A710CD08-74CA-42CE-820B-DAACA184B3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835105"/>
              </p:ext>
            </p:extLst>
          </p:nvPr>
        </p:nvGraphicFramePr>
        <p:xfrm>
          <a:off x="3597965" y="1471404"/>
          <a:ext cx="7596204" cy="396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2A13134-6C0C-4DE5-8821-7FD36EE77C22}"/>
              </a:ext>
            </a:extLst>
          </p:cNvPr>
          <p:cNvSpPr/>
          <p:nvPr/>
        </p:nvSpPr>
        <p:spPr>
          <a:xfrm>
            <a:off x="2892288" y="5648387"/>
            <a:ext cx="8378686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8FAA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Ammo (</a:t>
            </a:r>
            <a:r>
              <a:rPr lang="ru-RU" dirty="0">
                <a:solidFill>
                  <a:schemeClr val="tx1"/>
                </a:solidFill>
              </a:rPr>
              <a:t>боеприпасы),  </a:t>
            </a:r>
            <a:r>
              <a:rPr lang="en-US" dirty="0">
                <a:solidFill>
                  <a:schemeClr val="tx1"/>
                </a:solidFill>
              </a:rPr>
              <a:t>Currency (</a:t>
            </a:r>
            <a:r>
              <a:rPr lang="ru-RU" dirty="0">
                <a:solidFill>
                  <a:schemeClr val="tx1"/>
                </a:solidFill>
              </a:rPr>
              <a:t>валюта), </a:t>
            </a:r>
            <a:r>
              <a:rPr lang="en-US" dirty="0">
                <a:solidFill>
                  <a:schemeClr val="tx1"/>
                </a:solidFill>
              </a:rPr>
              <a:t>Materials (</a:t>
            </a:r>
            <a:r>
              <a:rPr lang="ru-RU" dirty="0">
                <a:solidFill>
                  <a:schemeClr val="tx1"/>
                </a:solidFill>
              </a:rPr>
              <a:t>материалы) – Лидеры продаж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D817C8-A07F-438C-8D74-75383C722500}"/>
              </a:ext>
            </a:extLst>
          </p:cNvPr>
          <p:cNvSpPr/>
          <p:nvPr/>
        </p:nvSpPr>
        <p:spPr>
          <a:xfrm>
            <a:off x="3277528" y="826437"/>
            <a:ext cx="6530008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Динамика суммарных клиентских выплат по типу товаров</a:t>
            </a:r>
          </a:p>
          <a:p>
            <a:r>
              <a:rPr lang="ru-RU" dirty="0"/>
              <a:t>    </a:t>
            </a:r>
            <a:r>
              <a:rPr lang="ru-RU" sz="900" dirty="0"/>
              <a:t> Сумма выручки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747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5083125" cy="123599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Повышение цены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14</a:t>
            </a:fld>
            <a:endParaRPr lang="ru-RU" altLang="zh-CN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2A13134-6C0C-4DE5-8821-7FD36EE77C22}"/>
              </a:ext>
            </a:extLst>
          </p:cNvPr>
          <p:cNvSpPr/>
          <p:nvPr/>
        </p:nvSpPr>
        <p:spPr>
          <a:xfrm>
            <a:off x="3514725" y="5648387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FCD4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Кол-во проданных кристаллов упало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A014B4D4-2457-4D82-82D0-F7C694F48C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7263233"/>
              </p:ext>
            </p:extLst>
          </p:nvPr>
        </p:nvGraphicFramePr>
        <p:xfrm>
          <a:off x="4910878" y="1580321"/>
          <a:ext cx="6427304" cy="369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4B2F6DC-C56C-49AB-84BC-00B76A624B8C}"/>
              </a:ext>
            </a:extLst>
          </p:cNvPr>
          <p:cNvSpPr/>
          <p:nvPr/>
        </p:nvSpPr>
        <p:spPr>
          <a:xfrm>
            <a:off x="7452958" y="5648387"/>
            <a:ext cx="3885224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FCD4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Выручка увеличилась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FF5CB82-795F-4982-BA5D-48CB36D534E4}"/>
              </a:ext>
            </a:extLst>
          </p:cNvPr>
          <p:cNvSpPr/>
          <p:nvPr/>
        </p:nvSpPr>
        <p:spPr>
          <a:xfrm>
            <a:off x="638028" y="1691846"/>
            <a:ext cx="2234381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8FAA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 1 января 2023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9C4E515-3F13-40CE-940F-ED75A6915116}"/>
              </a:ext>
            </a:extLst>
          </p:cNvPr>
          <p:cNvSpPr/>
          <p:nvPr/>
        </p:nvSpPr>
        <p:spPr>
          <a:xfrm>
            <a:off x="4893457" y="817264"/>
            <a:ext cx="6530008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Динамика </a:t>
            </a:r>
            <a:r>
              <a:rPr lang="ru-RU" sz="1600" dirty="0"/>
              <a:t>среднего количества приобретаемых кристаллов на одну покупку и сумма выручки</a:t>
            </a:r>
          </a:p>
          <a:p>
            <a:endParaRPr lang="ru-RU" sz="900" dirty="0"/>
          </a:p>
          <a:p>
            <a:r>
              <a:rPr lang="ru-RU" sz="900" dirty="0"/>
              <a:t>Сумма выручки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D02112-6CFA-47AE-8864-0C7F939EE600}"/>
              </a:ext>
            </a:extLst>
          </p:cNvPr>
          <p:cNvSpPr/>
          <p:nvPr/>
        </p:nvSpPr>
        <p:spPr>
          <a:xfrm>
            <a:off x="10761713" y="1320714"/>
            <a:ext cx="576469" cy="251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900" dirty="0">
                <a:solidFill>
                  <a:schemeClr val="tx1"/>
                </a:solidFill>
              </a:rPr>
              <a:t>Кол-во</a:t>
            </a:r>
          </a:p>
        </p:txBody>
      </p:sp>
    </p:spTree>
    <p:extLst>
      <p:ext uri="{BB962C8B-B14F-4D97-AF65-F5344CB8AC3E}">
        <p14:creationId xmlns:p14="http://schemas.microsoft.com/office/powerpoint/2010/main" val="1788938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5083125" cy="22845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Средний платеж    по когортам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15</a:t>
            </a:fld>
            <a:endParaRPr lang="ru-RU" altLang="zh-CN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2A13134-6C0C-4DE5-8821-7FD36EE77C22}"/>
              </a:ext>
            </a:extLst>
          </p:cNvPr>
          <p:cNvSpPr/>
          <p:nvPr/>
        </p:nvSpPr>
        <p:spPr>
          <a:xfrm>
            <a:off x="6281530" y="5715412"/>
            <a:ext cx="4912639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8FAA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Рост средней месячной выручки по когортам</a:t>
            </a: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7E8BFC0B-2C1E-4D99-AE5F-8860CE942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434419"/>
              </p:ext>
            </p:extLst>
          </p:nvPr>
        </p:nvGraphicFramePr>
        <p:xfrm>
          <a:off x="4354286" y="1709530"/>
          <a:ext cx="6983896" cy="3826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11743D-7773-46DF-9455-ED7BC7D9ACBB}"/>
              </a:ext>
            </a:extLst>
          </p:cNvPr>
          <p:cNvSpPr/>
          <p:nvPr/>
        </p:nvSpPr>
        <p:spPr>
          <a:xfrm>
            <a:off x="4354287" y="999420"/>
            <a:ext cx="6983895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/>
              <a:t>Динамика средней выручки на одного клиента за всё время</a:t>
            </a:r>
          </a:p>
          <a:p>
            <a:pPr algn="r"/>
            <a:r>
              <a:rPr lang="ru-RU" dirty="0"/>
              <a:t>и средняя сумма выручки по когортам</a:t>
            </a:r>
          </a:p>
          <a:p>
            <a:r>
              <a:rPr lang="ru-RU" sz="900" dirty="0"/>
              <a:t>Сумма выручки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07025E-3F31-4DFB-9014-75E5AD0B08AF}"/>
              </a:ext>
            </a:extLst>
          </p:cNvPr>
          <p:cNvSpPr/>
          <p:nvPr/>
        </p:nvSpPr>
        <p:spPr>
          <a:xfrm>
            <a:off x="4606787" y="5111747"/>
            <a:ext cx="473765" cy="238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900" dirty="0">
                <a:solidFill>
                  <a:schemeClr val="tx1"/>
                </a:solidFill>
              </a:rPr>
              <a:t>2022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707025E-3F31-4DFB-9014-75E5AD0B08AF}"/>
              </a:ext>
            </a:extLst>
          </p:cNvPr>
          <p:cNvSpPr/>
          <p:nvPr/>
        </p:nvSpPr>
        <p:spPr>
          <a:xfrm>
            <a:off x="8685351" y="5111748"/>
            <a:ext cx="473765" cy="238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900" dirty="0">
                <a:solidFill>
                  <a:schemeClr val="tx1"/>
                </a:solidFill>
              </a:rPr>
              <a:t>2023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B1535F-B32B-4855-891F-AE89B9E8D62A}"/>
              </a:ext>
            </a:extLst>
          </p:cNvPr>
          <p:cNvSpPr/>
          <p:nvPr/>
        </p:nvSpPr>
        <p:spPr>
          <a:xfrm>
            <a:off x="10805318" y="1530013"/>
            <a:ext cx="637761" cy="280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900" dirty="0">
                <a:solidFill>
                  <a:schemeClr val="tx1"/>
                </a:solidFill>
              </a:rPr>
              <a:t>Сумма</a:t>
            </a:r>
          </a:p>
        </p:txBody>
      </p:sp>
    </p:spTree>
    <p:extLst>
      <p:ext uri="{BB962C8B-B14F-4D97-AF65-F5344CB8AC3E}">
        <p14:creationId xmlns:p14="http://schemas.microsoft.com/office/powerpoint/2010/main" val="328243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Альтернативная стратегия привлечения клиентов</a:t>
            </a: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686502" y="2005114"/>
            <a:ext cx="2359515" cy="82313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Когорта</a:t>
            </a:r>
          </a:p>
          <a:p>
            <a:r>
              <a:rPr lang="ru-RU" dirty="0"/>
              <a:t> 11-12.2022 </a:t>
            </a:r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57212" y="4926238"/>
            <a:ext cx="1877575" cy="111047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средняя длительность сессии</a:t>
            </a:r>
          </a:p>
          <a:p>
            <a:endParaRPr lang="ru-RU" dirty="0"/>
          </a:p>
          <a:p>
            <a:r>
              <a:rPr lang="ru-RU" sz="1800" b="1" dirty="0"/>
              <a:t>в 40 мин </a:t>
            </a:r>
            <a:endParaRPr lang="ru-RU" altLang="en-US" sz="1800" b="1" dirty="0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30299" y="2321847"/>
            <a:ext cx="1877575" cy="50639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/>
              <a:t>Остальные</a:t>
            </a:r>
            <a:r>
              <a:rPr lang="ru-RU" dirty="0"/>
              <a:t> когорты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650786" y="2899880"/>
            <a:ext cx="1877575" cy="105824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средняя длительность сессии</a:t>
            </a:r>
          </a:p>
          <a:p>
            <a:r>
              <a:rPr lang="ru-RU" sz="1800" b="1" dirty="0"/>
              <a:t>177,07 мин </a:t>
            </a:r>
            <a:endParaRPr lang="ru-RU" altLang="en-US" sz="1800" b="1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04519-33C1-DA61-9858-3858F30C7808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16</a:t>
            </a:fld>
            <a:endParaRPr lang="ru-RU" altLang="zh-CN" dirty="0"/>
          </a:p>
        </p:txBody>
      </p:sp>
      <p:sp>
        <p:nvSpPr>
          <p:cNvPr id="28" name="Рисунок 15">
            <a:extLst>
              <a:ext uri="{FF2B5EF4-FFF2-40B4-BE49-F238E27FC236}">
                <a16:creationId xmlns:a16="http://schemas.microsoft.com/office/drawing/2014/main" id="{01853669-0F83-4F0D-81E1-4D751359C507}"/>
              </a:ext>
            </a:extLst>
          </p:cNvPr>
          <p:cNvSpPr txBox="1">
            <a:spLocks/>
          </p:cNvSpPr>
          <p:nvPr/>
        </p:nvSpPr>
        <p:spPr>
          <a:xfrm>
            <a:off x="3959139" y="2873762"/>
            <a:ext cx="1877575" cy="1110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средняя длительность сессии</a:t>
            </a:r>
          </a:p>
          <a:p>
            <a:endParaRPr lang="ru-RU" dirty="0"/>
          </a:p>
          <a:p>
            <a:r>
              <a:rPr lang="ru-RU" sz="1800" b="1" dirty="0"/>
              <a:t>217,14 мин </a:t>
            </a:r>
            <a:endParaRPr lang="ru-RU" altLang="en-US" sz="1800" b="1" dirty="0"/>
          </a:p>
        </p:txBody>
      </p:sp>
      <p:sp>
        <p:nvSpPr>
          <p:cNvPr id="29" name="Текст 62">
            <a:extLst>
              <a:ext uri="{FF2B5EF4-FFF2-40B4-BE49-F238E27FC236}">
                <a16:creationId xmlns:a16="http://schemas.microsoft.com/office/drawing/2014/main" id="{E4609312-D8E0-4C9E-92AA-9D92ED6FF2BB}"/>
              </a:ext>
            </a:extLst>
          </p:cNvPr>
          <p:cNvSpPr txBox="1">
            <a:spLocks/>
          </p:cNvSpPr>
          <p:nvPr/>
        </p:nvSpPr>
        <p:spPr>
          <a:xfrm>
            <a:off x="4866259" y="3770245"/>
            <a:ext cx="2359515" cy="8231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Разница</a:t>
            </a:r>
          </a:p>
        </p:txBody>
      </p:sp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Candara Light" panose="020E0502030303020204" pitchFamily="34" charset="0"/>
              </a:rPr>
              <a:t>K-</a:t>
            </a:r>
            <a:r>
              <a:rPr lang="ru-RU" dirty="0" err="1">
                <a:latin typeface="Candara Light" panose="020E0502030303020204" pitchFamily="34" charset="0"/>
              </a:rPr>
              <a:t>factor</a:t>
            </a:r>
            <a:r>
              <a:rPr lang="ru-RU" dirty="0">
                <a:latin typeface="Candara Light" panose="020E0502030303020204" pitchFamily="34" charset="0"/>
              </a:rPr>
              <a:t> и рост игроков: прямая связь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470211" y="3770422"/>
            <a:ext cx="1877575" cy="120505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K-</a:t>
            </a:r>
            <a:r>
              <a:rPr lang="en-US" sz="2400" dirty="0"/>
              <a:t>f</a:t>
            </a:r>
            <a:r>
              <a:rPr lang="ru-RU" sz="2400" dirty="0" err="1"/>
              <a:t>actor</a:t>
            </a:r>
            <a:r>
              <a:rPr lang="ru-RU" sz="2400" dirty="0"/>
              <a:t> </a:t>
            </a:r>
            <a:endParaRPr lang="en-US" sz="2400" dirty="0"/>
          </a:p>
          <a:p>
            <a:r>
              <a:rPr lang="ru-RU" dirty="0"/>
              <a:t>= </a:t>
            </a:r>
            <a:endParaRPr lang="en-US" dirty="0"/>
          </a:p>
          <a:p>
            <a:r>
              <a:rPr lang="ru-RU" sz="2400" dirty="0"/>
              <a:t>0.92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946814" y="2261396"/>
            <a:ext cx="1877575" cy="108013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600" dirty="0"/>
              <a:t>Каждый пользователь привлекает в среднем </a:t>
            </a:r>
            <a:endParaRPr lang="en-US" sz="1600" dirty="0"/>
          </a:p>
          <a:p>
            <a:r>
              <a:rPr lang="ru-RU" sz="1600" dirty="0"/>
              <a:t>0.92 </a:t>
            </a:r>
            <a:endParaRPr lang="en-US" sz="1600" dirty="0"/>
          </a:p>
          <a:p>
            <a:r>
              <a:rPr lang="ru-RU" sz="1600" dirty="0"/>
              <a:t>новых игрока</a:t>
            </a:r>
            <a:r>
              <a:rPr lang="en-US" sz="1600" dirty="0"/>
              <a:t> </a:t>
            </a:r>
            <a:endParaRPr lang="ru-RU" altLang="en-US" sz="1600" dirty="0"/>
          </a:p>
        </p:txBody>
      </p:sp>
      <p:sp>
        <p:nvSpPr>
          <p:cNvPr id="69" name="Текст 68">
            <a:extLst>
              <a:ext uri="{FF2B5EF4-FFF2-40B4-BE49-F238E27FC236}">
                <a16:creationId xmlns:a16="http://schemas.microsoft.com/office/drawing/2014/main" id="{868536F0-BECB-41C2-208F-CAAC89E244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078495" y="4332928"/>
            <a:ext cx="1877575" cy="50639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sz="2400" dirty="0"/>
              <a:t>342</a:t>
            </a:r>
            <a:endParaRPr lang="ru-RU" sz="2400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4EF68FE0-ADE3-4AB5-AC04-6C029B601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078496" y="5137782"/>
            <a:ext cx="1877575" cy="108013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Средний размер когорты </a:t>
            </a:r>
            <a:endParaRPr lang="ru-RU" altLang="en-US" dirty="0"/>
          </a:p>
        </p:txBody>
      </p:sp>
      <p:sp>
        <p:nvSpPr>
          <p:cNvPr id="71" name="Текст 70">
            <a:extLst>
              <a:ext uri="{FF2B5EF4-FFF2-40B4-BE49-F238E27FC236}">
                <a16:creationId xmlns:a16="http://schemas.microsoft.com/office/drawing/2014/main" id="{FAFB92ED-EE9E-1E13-228D-2A33EE0B2FC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01941" y="4332395"/>
            <a:ext cx="1877575" cy="50639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314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5140B95D-A59E-4E6C-BF07-5DD5E0E818A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01941" y="5159680"/>
            <a:ext cx="2096566" cy="105824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Прогнозируемый размер когорты </a:t>
            </a:r>
            <a:endParaRPr lang="ru-RU" alt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04519-33C1-DA61-9858-3858F30C7808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17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5746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8004" y="540386"/>
            <a:ext cx="10889796" cy="1418998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>
                <a:latin typeface="Candara Light" panose="020E0502030303020204" pitchFamily="34" charset="0"/>
              </a:rPr>
              <a:t>Самые лояльные пользователи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Игра </a:t>
            </a:r>
            <a:r>
              <a:rPr lang="en-US" dirty="0"/>
              <a:t>Zombie Revolution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18</a:t>
            </a:fld>
            <a:endParaRPr lang="ru-RU" altLang="zh-CN" dirty="0"/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C9DAE5B1-B383-4225-BC8F-F4A7E8ADFE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64106"/>
              </p:ext>
            </p:extLst>
          </p:nvPr>
        </p:nvGraphicFramePr>
        <p:xfrm>
          <a:off x="3289852" y="1699590"/>
          <a:ext cx="6788426" cy="3655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BE42B34-8E0A-4795-8785-552FB4852FA2}"/>
              </a:ext>
            </a:extLst>
          </p:cNvPr>
          <p:cNvSpPr/>
          <p:nvPr/>
        </p:nvSpPr>
        <p:spPr>
          <a:xfrm>
            <a:off x="3410712" y="5859560"/>
            <a:ext cx="5008345" cy="502508"/>
          </a:xfrm>
          <a:prstGeom prst="roundRect">
            <a:avLst/>
          </a:prstGeom>
          <a:solidFill>
            <a:srgbClr val="F8F6F5"/>
          </a:solidFill>
          <a:ln>
            <a:solidFill>
              <a:srgbClr val="FAB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 января рост числа самых лояльных юзеров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AF808A-EA60-4B15-9DE1-B353F731CF89}"/>
              </a:ext>
            </a:extLst>
          </p:cNvPr>
          <p:cNvSpPr/>
          <p:nvPr/>
        </p:nvSpPr>
        <p:spPr>
          <a:xfrm>
            <a:off x="367748" y="504907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5ED841-4875-454B-9F7B-1AEFD5576F2D}"/>
              </a:ext>
            </a:extLst>
          </p:cNvPr>
          <p:cNvSpPr/>
          <p:nvPr/>
        </p:nvSpPr>
        <p:spPr>
          <a:xfrm>
            <a:off x="3566491" y="5337188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2AE110-F192-4A6F-A703-D8D98E3AE2F1}"/>
              </a:ext>
            </a:extLst>
          </p:cNvPr>
          <p:cNvSpPr/>
          <p:nvPr/>
        </p:nvSpPr>
        <p:spPr>
          <a:xfrm>
            <a:off x="7239001" y="5337188"/>
            <a:ext cx="526774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</a:rPr>
              <a:t>2023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263EBF3-3974-4D1C-808B-22F35EBC108D}"/>
              </a:ext>
            </a:extLst>
          </p:cNvPr>
          <p:cNvSpPr/>
          <p:nvPr/>
        </p:nvSpPr>
        <p:spPr>
          <a:xfrm>
            <a:off x="3184854" y="1249885"/>
            <a:ext cx="5636761" cy="64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Количество самых лояльных юзеров</a:t>
            </a:r>
          </a:p>
          <a:p>
            <a:r>
              <a:rPr lang="ru-RU" sz="900" dirty="0"/>
              <a:t>Человек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Заголовок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0" y="514283"/>
            <a:ext cx="5360498" cy="80282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3200" dirty="0">
                <a:latin typeface="Candara Light" panose="020E0502030303020204" pitchFamily="34" charset="0"/>
              </a:rPr>
              <a:t>Самые лояльные игроки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19235" y="2911781"/>
            <a:ext cx="1570612" cy="163040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топ-25 самых лояльных игроков</a:t>
            </a:r>
          </a:p>
        </p:txBody>
      </p:sp>
      <p:pic>
        <p:nvPicPr>
          <p:cNvPr id="48" name="Рисунок 19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/>
          <a:stretch/>
        </p:blipFill>
        <p:spPr>
          <a:xfrm>
            <a:off x="833993" y="1025230"/>
            <a:ext cx="4541095" cy="5045662"/>
          </a:xfrm>
          <a:blipFill>
            <a:blip r:embed="rId4"/>
            <a:stretch>
              <a:fillRect/>
            </a:stretch>
          </a:blipFill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C6EBBC2-4506-4395-AEFB-FA221F5F0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823332"/>
              </p:ext>
            </p:extLst>
          </p:nvPr>
        </p:nvGraphicFramePr>
        <p:xfrm>
          <a:off x="4778153" y="1828051"/>
          <a:ext cx="6707418" cy="5855970"/>
        </p:xfrm>
        <a:graphic>
          <a:graphicData uri="http://schemas.openxmlformats.org/drawingml/2006/table">
            <a:tbl>
              <a:tblPr/>
              <a:tblGrid>
                <a:gridCol w="1815702">
                  <a:extLst>
                    <a:ext uri="{9D8B030D-6E8A-4147-A177-3AD203B41FA5}">
                      <a16:colId xmlns:a16="http://schemas.microsoft.com/office/drawing/2014/main" val="2138589172"/>
                    </a:ext>
                  </a:extLst>
                </a:gridCol>
                <a:gridCol w="1815702">
                  <a:extLst>
                    <a:ext uri="{9D8B030D-6E8A-4147-A177-3AD203B41FA5}">
                      <a16:colId xmlns:a16="http://schemas.microsoft.com/office/drawing/2014/main" val="3448324846"/>
                    </a:ext>
                  </a:extLst>
                </a:gridCol>
                <a:gridCol w="3076014">
                  <a:extLst>
                    <a:ext uri="{9D8B030D-6E8A-4147-A177-3AD203B41FA5}">
                      <a16:colId xmlns:a16="http://schemas.microsoft.com/office/drawing/2014/main" val="2380329803"/>
                    </a:ext>
                  </a:extLst>
                </a:gridCol>
              </a:tblGrid>
              <a:tr h="116351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Юзеры 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id)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Суммарные выплаты в месяц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030278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7143"/>
                  </a:ext>
                </a:extLst>
              </a:tr>
              <a:tr h="1163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Возглавляют ТОП - 25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573257"/>
                  </a:ext>
                </a:extLst>
              </a:tr>
              <a:tr h="137783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2901537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5 600,00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643558"/>
                  </a:ext>
                </a:extLst>
              </a:tr>
              <a:tr h="137783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2902123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5 000,00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938408"/>
                  </a:ext>
                </a:extLst>
              </a:tr>
              <a:tr h="137783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2902643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5 000,00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679627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639137"/>
                  </a:ext>
                </a:extLst>
              </a:tr>
              <a:tr h="1163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Замыкают ТОП - 25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46254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030562"/>
                  </a:ext>
                </a:extLst>
              </a:tr>
              <a:tr h="137783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2904047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2 800,00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92020"/>
                  </a:ext>
                </a:extLst>
              </a:tr>
              <a:tr h="16896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2903317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2 800,00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764795"/>
                  </a:ext>
                </a:extLst>
              </a:tr>
              <a:tr h="137783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2902538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 Light" panose="020E0502030303020204" pitchFamily="34" charset="0"/>
                        </a:rPr>
                        <a:t>                                           2 800,00 ₽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065607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407809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032947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163786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88766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753804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07393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399310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255987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871552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067444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085929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096493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719831"/>
                  </a:ext>
                </a:extLst>
              </a:tr>
              <a:tr h="116351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 Light" panose="020E0502030303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96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4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Candara Light" panose="020E0502030303020204" pitchFamily="34" charset="0"/>
              </a:rPr>
              <a:t>Спасибо!</a:t>
            </a:r>
          </a:p>
        </p:txBody>
      </p:sp>
      <p:pic>
        <p:nvPicPr>
          <p:cNvPr id="16" name="Рисунок 15" descr="Люди в офисе обсуждают работу рядом с ноутбуком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Рисунок 17" descr="Макет дизайна веб-сайта: наброски на белой бумаге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Текст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Тихомиров Вячеслав</a:t>
            </a:r>
          </a:p>
          <a:p>
            <a:pPr lvl="0" rtl="0"/>
            <a:r>
              <a:rPr lang="en-US" dirty="0"/>
              <a:t>t-slava@mail.ru</a:t>
            </a:r>
          </a:p>
          <a:p>
            <a:pPr lvl="0"/>
            <a:r>
              <a:rPr lang="en-US" dirty="0"/>
              <a:t>github.com/t-slava-pro</a:t>
            </a:r>
            <a:endParaRPr lang="ru-RU" dirty="0"/>
          </a:p>
          <a:p>
            <a:pPr rtl="0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584759-A32C-423C-A17C-A62CE31F1C83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5"/>
          <a:srcRect t="10455" b="10455"/>
          <a:stretch>
            <a:fillRect/>
          </a:stretch>
        </p:blipFill>
        <p:spPr/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716A4FD-04DD-400F-B96A-BB9DA1B5D049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/>
          <a:srcRect t="6013" b="60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theme/theme1.xml><?xml version="1.0" encoding="utf-8"?>
<a:theme xmlns:a="http://schemas.openxmlformats.org/drawingml/2006/main" name="Пользовательская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Arial Black"/>
        <a:ea typeface=""/>
        <a:cs typeface="Arial Black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2_TF00951641_Win32" id="{FCC91359-B634-4883-A2B8-19CEDDDA07B5}" vid="{8CC0BCB0-159C-4E0C-8711-4CE9AA66106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Светлая презентация с шестиугольником</Template>
  <TotalTime>2689</TotalTime>
  <Words>1595</Words>
  <Application>Microsoft Office PowerPoint</Application>
  <PresentationFormat>Широкоэкранный</PresentationFormat>
  <Paragraphs>293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Abadi</vt:lpstr>
      <vt:lpstr>Arial</vt:lpstr>
      <vt:lpstr>Arial Black</vt:lpstr>
      <vt:lpstr>Calibri</vt:lpstr>
      <vt:lpstr>Candara Light</vt:lpstr>
      <vt:lpstr>Пользовательская​</vt:lpstr>
      <vt:lpstr>Игра Zombie Revolution</vt:lpstr>
      <vt:lpstr>Повестка дня</vt:lpstr>
      <vt:lpstr>  Объект   исследования     – это наша игра Zombie Revolution</vt:lpstr>
      <vt:lpstr>Введение</vt:lpstr>
      <vt:lpstr>Пользовательская база</vt:lpstr>
      <vt:lpstr>Активность пользователей </vt:lpstr>
      <vt:lpstr>Длительность одной игровой сессии</vt:lpstr>
      <vt:lpstr>Самые вовлечённые игроки</vt:lpstr>
      <vt:lpstr>Привлечение через REFERRAL</vt:lpstr>
      <vt:lpstr>Маркетинговые акции</vt:lpstr>
      <vt:lpstr>Sticky Factors – коэффициент вовлеченности</vt:lpstr>
      <vt:lpstr>Чистота данных</vt:lpstr>
      <vt:lpstr>Выручка</vt:lpstr>
      <vt:lpstr>Повышение цены</vt:lpstr>
      <vt:lpstr>Средний платеж    по когортам</vt:lpstr>
      <vt:lpstr>Альтернативная стратегия привлечения клиентов</vt:lpstr>
      <vt:lpstr>K-factor и рост игроков: прямая связь</vt:lpstr>
      <vt:lpstr>Самые лояльные пользователи</vt:lpstr>
      <vt:lpstr>Самые лояльные игроки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Zombie Revolution</dc:title>
  <dc:creator>Slava Gebel</dc:creator>
  <cp:lastModifiedBy>Slava Gebel</cp:lastModifiedBy>
  <cp:revision>30</cp:revision>
  <dcterms:created xsi:type="dcterms:W3CDTF">2025-11-18T10:27:48Z</dcterms:created>
  <dcterms:modified xsi:type="dcterms:W3CDTF">2026-07-23T16:14:14Z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